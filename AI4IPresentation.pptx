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1" r:id="rId9"/>
    <p:sldId id="263" r:id="rId10"/>
    <p:sldId id="264" r:id="rId11"/>
    <p:sldId id="265" r:id="rId12"/>
    <p:sldId id="266" r:id="rId13"/>
    <p:sldId id="272" r:id="rId14"/>
    <p:sldId id="267" r:id="rId15"/>
    <p:sldId id="268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494B8A-E3B9-6D67-D199-46362E76B595}" v="192" dt="2025-12-09T20:58:23.737"/>
    <p1510:client id="{96990466-59D8-5481-51CF-6CF4C60951BC}" v="233" dt="2025-12-09T20:59:20.604"/>
    <p1510:client id="{B138529F-1A59-4615-BC12-5869857AEC00}" v="163" dt="2025-12-09T20:35:36.6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uillin, Jack" userId="14638b7b-dd11-4f5d-ab3d-29594a30b3e3" providerId="ADAL" clId="{CD30171E-500C-4CD5-B1CB-E3EB6735718E}"/>
    <pc:docChg chg="undo custSel modSld sldOrd">
      <pc:chgData name="Quillin, Jack" userId="14638b7b-dd11-4f5d-ab3d-29594a30b3e3" providerId="ADAL" clId="{CD30171E-500C-4CD5-B1CB-E3EB6735718E}" dt="2025-12-09T20:35:36.670" v="197" actId="20577"/>
      <pc:docMkLst>
        <pc:docMk/>
      </pc:docMkLst>
      <pc:sldChg chg="addSp delSp modSp mod setBg">
        <pc:chgData name="Quillin, Jack" userId="14638b7b-dd11-4f5d-ab3d-29594a30b3e3" providerId="ADAL" clId="{CD30171E-500C-4CD5-B1CB-E3EB6735718E}" dt="2025-12-09T20:23:39.506" v="64" actId="26606"/>
        <pc:sldMkLst>
          <pc:docMk/>
          <pc:sldMk cId="386591970" sldId="257"/>
        </pc:sldMkLst>
        <pc:spChg chg="mod">
          <ac:chgData name="Quillin, Jack" userId="14638b7b-dd11-4f5d-ab3d-29594a30b3e3" providerId="ADAL" clId="{CD30171E-500C-4CD5-B1CB-E3EB6735718E}" dt="2025-12-09T20:23:39.506" v="64" actId="26606"/>
          <ac:spMkLst>
            <pc:docMk/>
            <pc:sldMk cId="386591970" sldId="257"/>
            <ac:spMk id="2" creationId="{8EE97B9F-0E59-D502-84DD-935262A8EE33}"/>
          </ac:spMkLst>
        </pc:spChg>
        <pc:spChg chg="mod">
          <ac:chgData name="Quillin, Jack" userId="14638b7b-dd11-4f5d-ab3d-29594a30b3e3" providerId="ADAL" clId="{CD30171E-500C-4CD5-B1CB-E3EB6735718E}" dt="2025-12-09T20:23:39.506" v="64" actId="26606"/>
          <ac:spMkLst>
            <pc:docMk/>
            <pc:sldMk cId="386591970" sldId="257"/>
            <ac:spMk id="4" creationId="{40B4AA4C-57E3-BEB9-6C64-4FCA86F2715E}"/>
          </ac:spMkLst>
        </pc:spChg>
        <pc:spChg chg="add">
          <ac:chgData name="Quillin, Jack" userId="14638b7b-dd11-4f5d-ab3d-29594a30b3e3" providerId="ADAL" clId="{CD30171E-500C-4CD5-B1CB-E3EB6735718E}" dt="2025-12-09T20:22:44.751" v="55"/>
          <ac:spMkLst>
            <pc:docMk/>
            <pc:sldMk cId="386591970" sldId="257"/>
            <ac:spMk id="5" creationId="{A440B4BE-1624-65D2-A4AF-9548B96E5ADD}"/>
          </ac:spMkLst>
        </pc:spChg>
        <pc:spChg chg="add mod">
          <ac:chgData name="Quillin, Jack" userId="14638b7b-dd11-4f5d-ab3d-29594a30b3e3" providerId="ADAL" clId="{CD30171E-500C-4CD5-B1CB-E3EB6735718E}" dt="2025-12-09T20:23:06.163" v="58" actId="14100"/>
          <ac:spMkLst>
            <pc:docMk/>
            <pc:sldMk cId="386591970" sldId="257"/>
            <ac:spMk id="6" creationId="{CB7B69E1-D585-71A4-BC9D-4C6CEBEAA4B7}"/>
          </ac:spMkLst>
        </pc:spChg>
        <pc:spChg chg="add del">
          <ac:chgData name="Quillin, Jack" userId="14638b7b-dd11-4f5d-ab3d-29594a30b3e3" providerId="ADAL" clId="{CD30171E-500C-4CD5-B1CB-E3EB6735718E}" dt="2025-12-09T20:23:33.575" v="61" actId="26606"/>
          <ac:spMkLst>
            <pc:docMk/>
            <pc:sldMk cId="386591970" sldId="257"/>
            <ac:spMk id="1036" creationId="{8FC9BE17-9A7B-462D-AE50-3D8777387304}"/>
          </ac:spMkLst>
        </pc:spChg>
        <pc:spChg chg="add del">
          <ac:chgData name="Quillin, Jack" userId="14638b7b-dd11-4f5d-ab3d-29594a30b3e3" providerId="ADAL" clId="{CD30171E-500C-4CD5-B1CB-E3EB6735718E}" dt="2025-12-09T20:23:33.575" v="61" actId="26606"/>
          <ac:spMkLst>
            <pc:docMk/>
            <pc:sldMk cId="386591970" sldId="257"/>
            <ac:spMk id="1038" creationId="{3EBE8569-6AEC-4B8C-8D53-2DE337CDBA65}"/>
          </ac:spMkLst>
        </pc:spChg>
        <pc:spChg chg="add del">
          <ac:chgData name="Quillin, Jack" userId="14638b7b-dd11-4f5d-ab3d-29594a30b3e3" providerId="ADAL" clId="{CD30171E-500C-4CD5-B1CB-E3EB6735718E}" dt="2025-12-09T20:23:33.575" v="61" actId="26606"/>
          <ac:spMkLst>
            <pc:docMk/>
            <pc:sldMk cId="386591970" sldId="257"/>
            <ac:spMk id="1040" creationId="{55D4142C-5077-457F-A6AD-3FECFDB39685}"/>
          </ac:spMkLst>
        </pc:spChg>
        <pc:spChg chg="add del">
          <ac:chgData name="Quillin, Jack" userId="14638b7b-dd11-4f5d-ab3d-29594a30b3e3" providerId="ADAL" clId="{CD30171E-500C-4CD5-B1CB-E3EB6735718E}" dt="2025-12-09T20:23:33.575" v="61" actId="26606"/>
          <ac:spMkLst>
            <pc:docMk/>
            <pc:sldMk cId="386591970" sldId="257"/>
            <ac:spMk id="1042" creationId="{7A5F0580-5EE9-419F-96EE-B6529EF6E7D0}"/>
          </ac:spMkLst>
        </pc:spChg>
        <pc:spChg chg="add del">
          <ac:chgData name="Quillin, Jack" userId="14638b7b-dd11-4f5d-ab3d-29594a30b3e3" providerId="ADAL" clId="{CD30171E-500C-4CD5-B1CB-E3EB6735718E}" dt="2025-12-09T20:23:39.491" v="63" actId="26606"/>
          <ac:spMkLst>
            <pc:docMk/>
            <pc:sldMk cId="386591970" sldId="257"/>
            <ac:spMk id="1044" creationId="{F13C74B1-5B17-4795-BED0-7140497B445A}"/>
          </ac:spMkLst>
        </pc:spChg>
        <pc:spChg chg="add del">
          <ac:chgData name="Quillin, Jack" userId="14638b7b-dd11-4f5d-ab3d-29594a30b3e3" providerId="ADAL" clId="{CD30171E-500C-4CD5-B1CB-E3EB6735718E}" dt="2025-12-09T20:23:39.491" v="63" actId="26606"/>
          <ac:spMkLst>
            <pc:docMk/>
            <pc:sldMk cId="386591970" sldId="257"/>
            <ac:spMk id="1045" creationId="{D4974D33-8DC5-464E-8C6D-BE58F0669C17}"/>
          </ac:spMkLst>
        </pc:spChg>
        <pc:spChg chg="add">
          <ac:chgData name="Quillin, Jack" userId="14638b7b-dd11-4f5d-ab3d-29594a30b3e3" providerId="ADAL" clId="{CD30171E-500C-4CD5-B1CB-E3EB6735718E}" dt="2025-12-09T20:23:39.506" v="64" actId="26606"/>
          <ac:spMkLst>
            <pc:docMk/>
            <pc:sldMk cId="386591970" sldId="257"/>
            <ac:spMk id="1047" creationId="{058A14AF-9FB5-4CC7-BA35-E8E85D3EDF0E}"/>
          </ac:spMkLst>
        </pc:spChg>
        <pc:spChg chg="add">
          <ac:chgData name="Quillin, Jack" userId="14638b7b-dd11-4f5d-ab3d-29594a30b3e3" providerId="ADAL" clId="{CD30171E-500C-4CD5-B1CB-E3EB6735718E}" dt="2025-12-09T20:23:39.506" v="64" actId="26606"/>
          <ac:spMkLst>
            <pc:docMk/>
            <pc:sldMk cId="386591970" sldId="257"/>
            <ac:spMk id="1048" creationId="{3A9A4357-BD1D-4622-A4FE-766E6AB8DE84}"/>
          </ac:spMkLst>
        </pc:spChg>
        <pc:spChg chg="add">
          <ac:chgData name="Quillin, Jack" userId="14638b7b-dd11-4f5d-ab3d-29594a30b3e3" providerId="ADAL" clId="{CD30171E-500C-4CD5-B1CB-E3EB6735718E}" dt="2025-12-09T20:23:39.506" v="64" actId="26606"/>
          <ac:spMkLst>
            <pc:docMk/>
            <pc:sldMk cId="386591970" sldId="257"/>
            <ac:spMk id="1049" creationId="{E659831F-0D9A-4C63-9EBB-8435B85A440F}"/>
          </ac:spMkLst>
        </pc:spChg>
        <pc:spChg chg="add">
          <ac:chgData name="Quillin, Jack" userId="14638b7b-dd11-4f5d-ab3d-29594a30b3e3" providerId="ADAL" clId="{CD30171E-500C-4CD5-B1CB-E3EB6735718E}" dt="2025-12-09T20:23:39.506" v="64" actId="26606"/>
          <ac:spMkLst>
            <pc:docMk/>
            <pc:sldMk cId="386591970" sldId="257"/>
            <ac:spMk id="1050" creationId="{E6995CE5-F890-4ABA-82A2-26507CE8D2A3}"/>
          </ac:spMkLst>
        </pc:spChg>
        <pc:picChg chg="add mod ord">
          <ac:chgData name="Quillin, Jack" userId="14638b7b-dd11-4f5d-ab3d-29594a30b3e3" providerId="ADAL" clId="{CD30171E-500C-4CD5-B1CB-E3EB6735718E}" dt="2025-12-09T20:23:39.506" v="64" actId="26606"/>
          <ac:picMkLst>
            <pc:docMk/>
            <pc:sldMk cId="386591970" sldId="257"/>
            <ac:picMk id="1031" creationId="{0168FC0F-FE8A-A23E-FAA9-6B3DB4C32241}"/>
          </ac:picMkLst>
        </pc:picChg>
      </pc:sldChg>
      <pc:sldChg chg="addSp delSp modSp mod setBg">
        <pc:chgData name="Quillin, Jack" userId="14638b7b-dd11-4f5d-ab3d-29594a30b3e3" providerId="ADAL" clId="{CD30171E-500C-4CD5-B1CB-E3EB6735718E}" dt="2025-12-09T20:33:40.601" v="80" actId="26606"/>
        <pc:sldMkLst>
          <pc:docMk/>
          <pc:sldMk cId="1365780172" sldId="258"/>
        </pc:sldMkLst>
        <pc:spChg chg="mod">
          <ac:chgData name="Quillin, Jack" userId="14638b7b-dd11-4f5d-ab3d-29594a30b3e3" providerId="ADAL" clId="{CD30171E-500C-4CD5-B1CB-E3EB6735718E}" dt="2025-12-09T20:33:40.601" v="80" actId="26606"/>
          <ac:spMkLst>
            <pc:docMk/>
            <pc:sldMk cId="1365780172" sldId="258"/>
            <ac:spMk id="2" creationId="{8D9CA73B-1967-EA79-CD45-D3110E51E6DD}"/>
          </ac:spMkLst>
        </pc:spChg>
        <pc:spChg chg="del">
          <ac:chgData name="Quillin, Jack" userId="14638b7b-dd11-4f5d-ab3d-29594a30b3e3" providerId="ADAL" clId="{CD30171E-500C-4CD5-B1CB-E3EB6735718E}" dt="2025-12-09T20:33:40.601" v="80" actId="26606"/>
          <ac:spMkLst>
            <pc:docMk/>
            <pc:sldMk cId="1365780172" sldId="258"/>
            <ac:spMk id="3" creationId="{EF991EFE-D786-55C3-6A6A-F80B51FA54E5}"/>
          </ac:spMkLst>
        </pc:spChg>
        <pc:spChg chg="add">
          <ac:chgData name="Quillin, Jack" userId="14638b7b-dd11-4f5d-ab3d-29594a30b3e3" providerId="ADAL" clId="{CD30171E-500C-4CD5-B1CB-E3EB6735718E}" dt="2025-12-09T20:33:40.601" v="80" actId="26606"/>
          <ac:spMkLst>
            <pc:docMk/>
            <pc:sldMk cId="1365780172" sldId="258"/>
            <ac:spMk id="10" creationId="{B50AB553-2A96-4A92-96F2-93548E096954}"/>
          </ac:spMkLst>
        </pc:spChg>
        <pc:graphicFrameChg chg="add">
          <ac:chgData name="Quillin, Jack" userId="14638b7b-dd11-4f5d-ab3d-29594a30b3e3" providerId="ADAL" clId="{CD30171E-500C-4CD5-B1CB-E3EB6735718E}" dt="2025-12-09T20:33:40.601" v="80" actId="26606"/>
          <ac:graphicFrameMkLst>
            <pc:docMk/>
            <pc:sldMk cId="1365780172" sldId="258"/>
            <ac:graphicFrameMk id="5" creationId="{FA1C7307-18F7-3697-816F-1EBA9D5343A0}"/>
          </ac:graphicFrameMkLst>
        </pc:graphicFrameChg>
        <pc:picChg chg="add">
          <ac:chgData name="Quillin, Jack" userId="14638b7b-dd11-4f5d-ab3d-29594a30b3e3" providerId="ADAL" clId="{CD30171E-500C-4CD5-B1CB-E3EB6735718E}" dt="2025-12-09T20:33:40.601" v="80" actId="26606"/>
          <ac:picMkLst>
            <pc:docMk/>
            <pc:sldMk cId="1365780172" sldId="258"/>
            <ac:picMk id="6" creationId="{48D32C87-C346-4952-1463-986D2A69C37D}"/>
          </ac:picMkLst>
        </pc:picChg>
      </pc:sldChg>
      <pc:sldChg chg="addSp delSp modSp mod setBg">
        <pc:chgData name="Quillin, Jack" userId="14638b7b-dd11-4f5d-ab3d-29594a30b3e3" providerId="ADAL" clId="{CD30171E-500C-4CD5-B1CB-E3EB6735718E}" dt="2025-12-09T20:33:47.919" v="81" actId="26606"/>
        <pc:sldMkLst>
          <pc:docMk/>
          <pc:sldMk cId="1808033256" sldId="259"/>
        </pc:sldMkLst>
        <pc:spChg chg="mod">
          <ac:chgData name="Quillin, Jack" userId="14638b7b-dd11-4f5d-ab3d-29594a30b3e3" providerId="ADAL" clId="{CD30171E-500C-4CD5-B1CB-E3EB6735718E}" dt="2025-12-09T20:33:47.919" v="81" actId="26606"/>
          <ac:spMkLst>
            <pc:docMk/>
            <pc:sldMk cId="1808033256" sldId="259"/>
            <ac:spMk id="2" creationId="{E78F5FD1-B002-ACCA-1442-E6BC8D51D3CC}"/>
          </ac:spMkLst>
        </pc:spChg>
        <pc:spChg chg="del">
          <ac:chgData name="Quillin, Jack" userId="14638b7b-dd11-4f5d-ab3d-29594a30b3e3" providerId="ADAL" clId="{CD30171E-500C-4CD5-B1CB-E3EB6735718E}" dt="2025-12-09T20:33:47.919" v="81" actId="26606"/>
          <ac:spMkLst>
            <pc:docMk/>
            <pc:sldMk cId="1808033256" sldId="259"/>
            <ac:spMk id="3" creationId="{9BEA0CF7-7759-0364-0914-50A0975EE340}"/>
          </ac:spMkLst>
        </pc:spChg>
        <pc:spChg chg="add">
          <ac:chgData name="Quillin, Jack" userId="14638b7b-dd11-4f5d-ab3d-29594a30b3e3" providerId="ADAL" clId="{CD30171E-500C-4CD5-B1CB-E3EB6735718E}" dt="2025-12-09T20:33:47.919" v="81" actId="26606"/>
          <ac:spMkLst>
            <pc:docMk/>
            <pc:sldMk cId="1808033256" sldId="259"/>
            <ac:spMk id="10" creationId="{B50AB553-2A96-4A92-96F2-93548E096954}"/>
          </ac:spMkLst>
        </pc:spChg>
        <pc:graphicFrameChg chg="add">
          <ac:chgData name="Quillin, Jack" userId="14638b7b-dd11-4f5d-ab3d-29594a30b3e3" providerId="ADAL" clId="{CD30171E-500C-4CD5-B1CB-E3EB6735718E}" dt="2025-12-09T20:33:47.919" v="81" actId="26606"/>
          <ac:graphicFrameMkLst>
            <pc:docMk/>
            <pc:sldMk cId="1808033256" sldId="259"/>
            <ac:graphicFrameMk id="5" creationId="{563C6F3D-922A-E546-9FE2-F6F5C4F19ECD}"/>
          </ac:graphicFrameMkLst>
        </pc:graphicFrameChg>
        <pc:picChg chg="add">
          <ac:chgData name="Quillin, Jack" userId="14638b7b-dd11-4f5d-ab3d-29594a30b3e3" providerId="ADAL" clId="{CD30171E-500C-4CD5-B1CB-E3EB6735718E}" dt="2025-12-09T20:33:47.919" v="81" actId="26606"/>
          <ac:picMkLst>
            <pc:docMk/>
            <pc:sldMk cId="1808033256" sldId="259"/>
            <ac:picMk id="6" creationId="{5E6759C2-8943-7B0A-0DE3-50586B7A1EB2}"/>
          </ac:picMkLst>
        </pc:picChg>
      </pc:sldChg>
      <pc:sldChg chg="addSp modSp mod setBg">
        <pc:chgData name="Quillin, Jack" userId="14638b7b-dd11-4f5d-ab3d-29594a30b3e3" providerId="ADAL" clId="{CD30171E-500C-4CD5-B1CB-E3EB6735718E}" dt="2025-12-09T20:33:57.544" v="82" actId="26606"/>
        <pc:sldMkLst>
          <pc:docMk/>
          <pc:sldMk cId="779991958" sldId="260"/>
        </pc:sldMkLst>
        <pc:spChg chg="mod">
          <ac:chgData name="Quillin, Jack" userId="14638b7b-dd11-4f5d-ab3d-29594a30b3e3" providerId="ADAL" clId="{CD30171E-500C-4CD5-B1CB-E3EB6735718E}" dt="2025-12-09T20:33:57.544" v="82" actId="26606"/>
          <ac:spMkLst>
            <pc:docMk/>
            <pc:sldMk cId="779991958" sldId="260"/>
            <ac:spMk id="2" creationId="{6407E588-390E-1285-1C90-86E5CAF100C3}"/>
          </ac:spMkLst>
        </pc:spChg>
        <pc:spChg chg="mod">
          <ac:chgData name="Quillin, Jack" userId="14638b7b-dd11-4f5d-ab3d-29594a30b3e3" providerId="ADAL" clId="{CD30171E-500C-4CD5-B1CB-E3EB6735718E}" dt="2025-12-09T20:33:57.544" v="82" actId="26606"/>
          <ac:spMkLst>
            <pc:docMk/>
            <pc:sldMk cId="779991958" sldId="260"/>
            <ac:spMk id="3" creationId="{5733FFFC-4D14-25C8-EFFC-C30DD0E23F5F}"/>
          </ac:spMkLst>
        </pc:spChg>
        <pc:spChg chg="add">
          <ac:chgData name="Quillin, Jack" userId="14638b7b-dd11-4f5d-ab3d-29594a30b3e3" providerId="ADAL" clId="{CD30171E-500C-4CD5-B1CB-E3EB6735718E}" dt="2025-12-09T20:33:57.544" v="82" actId="26606"/>
          <ac:spMkLst>
            <pc:docMk/>
            <pc:sldMk cId="779991958" sldId="260"/>
            <ac:spMk id="8" creationId="{100EDD19-6802-4EC3-95CE-CFFAB042CFD6}"/>
          </ac:spMkLst>
        </pc:spChg>
        <pc:spChg chg="add">
          <ac:chgData name="Quillin, Jack" userId="14638b7b-dd11-4f5d-ab3d-29594a30b3e3" providerId="ADAL" clId="{CD30171E-500C-4CD5-B1CB-E3EB6735718E}" dt="2025-12-09T20:33:57.544" v="82" actId="26606"/>
          <ac:spMkLst>
            <pc:docMk/>
            <pc:sldMk cId="779991958" sldId="260"/>
            <ac:spMk id="10" creationId="{DB17E863-922E-4C26-BD64-E8FD41D28661}"/>
          </ac:spMkLst>
        </pc:spChg>
      </pc:sldChg>
      <pc:sldChg chg="addSp modSp mod setBg">
        <pc:chgData name="Quillin, Jack" userId="14638b7b-dd11-4f5d-ab3d-29594a30b3e3" providerId="ADAL" clId="{CD30171E-500C-4CD5-B1CB-E3EB6735718E}" dt="2025-12-09T20:34:02.869" v="83" actId="26606"/>
        <pc:sldMkLst>
          <pc:docMk/>
          <pc:sldMk cId="3161580377" sldId="261"/>
        </pc:sldMkLst>
        <pc:spChg chg="mod">
          <ac:chgData name="Quillin, Jack" userId="14638b7b-dd11-4f5d-ab3d-29594a30b3e3" providerId="ADAL" clId="{CD30171E-500C-4CD5-B1CB-E3EB6735718E}" dt="2025-12-09T20:34:02.869" v="83" actId="26606"/>
          <ac:spMkLst>
            <pc:docMk/>
            <pc:sldMk cId="3161580377" sldId="261"/>
            <ac:spMk id="2" creationId="{6538A75E-D8DD-4015-9C3E-CFD727626877}"/>
          </ac:spMkLst>
        </pc:spChg>
        <pc:spChg chg="mod">
          <ac:chgData name="Quillin, Jack" userId="14638b7b-dd11-4f5d-ab3d-29594a30b3e3" providerId="ADAL" clId="{CD30171E-500C-4CD5-B1CB-E3EB6735718E}" dt="2025-12-09T20:34:02.869" v="83" actId="26606"/>
          <ac:spMkLst>
            <pc:docMk/>
            <pc:sldMk cId="3161580377" sldId="261"/>
            <ac:spMk id="3" creationId="{3C0FC502-27E2-68F8-9586-A6B3911D9456}"/>
          </ac:spMkLst>
        </pc:spChg>
        <pc:spChg chg="add">
          <ac:chgData name="Quillin, Jack" userId="14638b7b-dd11-4f5d-ab3d-29594a30b3e3" providerId="ADAL" clId="{CD30171E-500C-4CD5-B1CB-E3EB6735718E}" dt="2025-12-09T20:34:02.869" v="83" actId="26606"/>
          <ac:spMkLst>
            <pc:docMk/>
            <pc:sldMk cId="3161580377" sldId="261"/>
            <ac:spMk id="8" creationId="{100EDD19-6802-4EC3-95CE-CFFAB042CFD6}"/>
          </ac:spMkLst>
        </pc:spChg>
        <pc:spChg chg="add">
          <ac:chgData name="Quillin, Jack" userId="14638b7b-dd11-4f5d-ab3d-29594a30b3e3" providerId="ADAL" clId="{CD30171E-500C-4CD5-B1CB-E3EB6735718E}" dt="2025-12-09T20:34:02.869" v="83" actId="26606"/>
          <ac:spMkLst>
            <pc:docMk/>
            <pc:sldMk cId="3161580377" sldId="261"/>
            <ac:spMk id="10" creationId="{DB17E863-922E-4C26-BD64-E8FD41D28661}"/>
          </ac:spMkLst>
        </pc:spChg>
      </pc:sldChg>
      <pc:sldChg chg="addSp modSp mod setBg">
        <pc:chgData name="Quillin, Jack" userId="14638b7b-dd11-4f5d-ab3d-29594a30b3e3" providerId="ADAL" clId="{CD30171E-500C-4CD5-B1CB-E3EB6735718E}" dt="2025-12-09T20:34:08.872" v="84" actId="26606"/>
        <pc:sldMkLst>
          <pc:docMk/>
          <pc:sldMk cId="717918270" sldId="262"/>
        </pc:sldMkLst>
        <pc:spChg chg="mod">
          <ac:chgData name="Quillin, Jack" userId="14638b7b-dd11-4f5d-ab3d-29594a30b3e3" providerId="ADAL" clId="{CD30171E-500C-4CD5-B1CB-E3EB6735718E}" dt="2025-12-09T20:34:08.872" v="84" actId="26606"/>
          <ac:spMkLst>
            <pc:docMk/>
            <pc:sldMk cId="717918270" sldId="262"/>
            <ac:spMk id="2" creationId="{156516DA-E61B-D79B-F6DD-7802E003EBC8}"/>
          </ac:spMkLst>
        </pc:spChg>
        <pc:spChg chg="mod">
          <ac:chgData name="Quillin, Jack" userId="14638b7b-dd11-4f5d-ab3d-29594a30b3e3" providerId="ADAL" clId="{CD30171E-500C-4CD5-B1CB-E3EB6735718E}" dt="2025-12-09T20:34:08.872" v="84" actId="26606"/>
          <ac:spMkLst>
            <pc:docMk/>
            <pc:sldMk cId="717918270" sldId="262"/>
            <ac:spMk id="3" creationId="{89DC8118-83FE-52FD-223F-A995D1178C99}"/>
          </ac:spMkLst>
        </pc:spChg>
        <pc:spChg chg="add">
          <ac:chgData name="Quillin, Jack" userId="14638b7b-dd11-4f5d-ab3d-29594a30b3e3" providerId="ADAL" clId="{CD30171E-500C-4CD5-B1CB-E3EB6735718E}" dt="2025-12-09T20:34:08.872" v="84" actId="26606"/>
          <ac:spMkLst>
            <pc:docMk/>
            <pc:sldMk cId="717918270" sldId="262"/>
            <ac:spMk id="8" creationId="{100EDD19-6802-4EC3-95CE-CFFAB042CFD6}"/>
          </ac:spMkLst>
        </pc:spChg>
        <pc:spChg chg="add">
          <ac:chgData name="Quillin, Jack" userId="14638b7b-dd11-4f5d-ab3d-29594a30b3e3" providerId="ADAL" clId="{CD30171E-500C-4CD5-B1CB-E3EB6735718E}" dt="2025-12-09T20:34:08.872" v="84" actId="26606"/>
          <ac:spMkLst>
            <pc:docMk/>
            <pc:sldMk cId="717918270" sldId="262"/>
            <ac:spMk id="10" creationId="{DB17E863-922E-4C26-BD64-E8FD41D28661}"/>
          </ac:spMkLst>
        </pc:spChg>
      </pc:sldChg>
      <pc:sldChg chg="addSp modSp mod">
        <pc:chgData name="Quillin, Jack" userId="14638b7b-dd11-4f5d-ab3d-29594a30b3e3" providerId="ADAL" clId="{CD30171E-500C-4CD5-B1CB-E3EB6735718E}" dt="2025-12-09T20:30:02.022" v="79" actId="1076"/>
        <pc:sldMkLst>
          <pc:docMk/>
          <pc:sldMk cId="161518089" sldId="263"/>
        </pc:sldMkLst>
        <pc:picChg chg="mod">
          <ac:chgData name="Quillin, Jack" userId="14638b7b-dd11-4f5d-ab3d-29594a30b3e3" providerId="ADAL" clId="{CD30171E-500C-4CD5-B1CB-E3EB6735718E}" dt="2025-12-09T20:29:24.418" v="67" actId="1076"/>
          <ac:picMkLst>
            <pc:docMk/>
            <pc:sldMk cId="161518089" sldId="263"/>
            <ac:picMk id="3" creationId="{FB0B3C2C-7CE7-B346-FDCA-B99A10984290}"/>
          </ac:picMkLst>
        </pc:picChg>
        <pc:picChg chg="mod">
          <ac:chgData name="Quillin, Jack" userId="14638b7b-dd11-4f5d-ab3d-29594a30b3e3" providerId="ADAL" clId="{CD30171E-500C-4CD5-B1CB-E3EB6735718E}" dt="2025-12-09T20:29:28.422" v="69" actId="1076"/>
          <ac:picMkLst>
            <pc:docMk/>
            <pc:sldMk cId="161518089" sldId="263"/>
            <ac:picMk id="4" creationId="{122226E0-BD18-5265-C3FF-11FED68E355F}"/>
          </ac:picMkLst>
        </pc:picChg>
        <pc:picChg chg="mod">
          <ac:chgData name="Quillin, Jack" userId="14638b7b-dd11-4f5d-ab3d-29594a30b3e3" providerId="ADAL" clId="{CD30171E-500C-4CD5-B1CB-E3EB6735718E}" dt="2025-12-09T20:29:26.551" v="68" actId="1076"/>
          <ac:picMkLst>
            <pc:docMk/>
            <pc:sldMk cId="161518089" sldId="263"/>
            <ac:picMk id="5" creationId="{0E7CC396-BA04-DB78-E828-EBC77409C2B4}"/>
          </ac:picMkLst>
        </pc:picChg>
        <pc:picChg chg="add mod">
          <ac:chgData name="Quillin, Jack" userId="14638b7b-dd11-4f5d-ab3d-29594a30b3e3" providerId="ADAL" clId="{CD30171E-500C-4CD5-B1CB-E3EB6735718E}" dt="2025-12-09T20:30:02.022" v="79" actId="1076"/>
          <ac:picMkLst>
            <pc:docMk/>
            <pc:sldMk cId="161518089" sldId="263"/>
            <ac:picMk id="8" creationId="{D92F6ADB-6363-E6B9-FCDA-E84D9AF0E453}"/>
          </ac:picMkLst>
        </pc:picChg>
      </pc:sldChg>
      <pc:sldChg chg="addSp delSp modSp mod ord setBg">
        <pc:chgData name="Quillin, Jack" userId="14638b7b-dd11-4f5d-ab3d-29594a30b3e3" providerId="ADAL" clId="{CD30171E-500C-4CD5-B1CB-E3EB6735718E}" dt="2025-12-09T20:18:03.067" v="48" actId="255"/>
        <pc:sldMkLst>
          <pc:docMk/>
          <pc:sldMk cId="317991606" sldId="264"/>
        </pc:sldMkLst>
        <pc:spChg chg="mod ord">
          <ac:chgData name="Quillin, Jack" userId="14638b7b-dd11-4f5d-ab3d-29594a30b3e3" providerId="ADAL" clId="{CD30171E-500C-4CD5-B1CB-E3EB6735718E}" dt="2025-12-09T20:18:03.067" v="48" actId="255"/>
          <ac:spMkLst>
            <pc:docMk/>
            <pc:sldMk cId="317991606" sldId="264"/>
            <ac:spMk id="2" creationId="{27BD306E-B878-C8AE-EAB4-793DE6248A95}"/>
          </ac:spMkLst>
        </pc:spChg>
        <pc:spChg chg="add del">
          <ac:chgData name="Quillin, Jack" userId="14638b7b-dd11-4f5d-ab3d-29594a30b3e3" providerId="ADAL" clId="{CD30171E-500C-4CD5-B1CB-E3EB6735718E}" dt="2025-12-09T20:16:39.298" v="32"/>
          <ac:spMkLst>
            <pc:docMk/>
            <pc:sldMk cId="317991606" sldId="264"/>
            <ac:spMk id="3" creationId="{FF5EC16F-0A6C-1283-D771-7D3455ACAD79}"/>
          </ac:spMkLst>
        </pc:spChg>
        <pc:spChg chg="add del">
          <ac:chgData name="Quillin, Jack" userId="14638b7b-dd11-4f5d-ab3d-29594a30b3e3" providerId="ADAL" clId="{CD30171E-500C-4CD5-B1CB-E3EB6735718E}" dt="2025-12-09T20:15:53.757" v="16" actId="26606"/>
          <ac:spMkLst>
            <pc:docMk/>
            <pc:sldMk cId="317991606" sldId="264"/>
            <ac:spMk id="11" creationId="{66A7996C-9122-4909-90CA-2B3C25EBFC69}"/>
          </ac:spMkLst>
        </pc:spChg>
        <pc:spChg chg="add del">
          <ac:chgData name="Quillin, Jack" userId="14638b7b-dd11-4f5d-ab3d-29594a30b3e3" providerId="ADAL" clId="{CD30171E-500C-4CD5-B1CB-E3EB6735718E}" dt="2025-12-09T20:15:47.886" v="14" actId="26606"/>
          <ac:spMkLst>
            <pc:docMk/>
            <pc:sldMk cId="317991606" sldId="264"/>
            <ac:spMk id="12" creationId="{C4879EFC-8E62-4E00-973C-C45EE9EC676D}"/>
          </ac:spMkLst>
        </pc:spChg>
        <pc:spChg chg="add del">
          <ac:chgData name="Quillin, Jack" userId="14638b7b-dd11-4f5d-ab3d-29594a30b3e3" providerId="ADAL" clId="{CD30171E-500C-4CD5-B1CB-E3EB6735718E}" dt="2025-12-09T20:15:47.886" v="14" actId="26606"/>
          <ac:spMkLst>
            <pc:docMk/>
            <pc:sldMk cId="317991606" sldId="264"/>
            <ac:spMk id="14" creationId="{D6A9C53F-5F90-40A5-8C85-5412D39C8C68}"/>
          </ac:spMkLst>
        </pc:spChg>
        <pc:spChg chg="add del">
          <ac:chgData name="Quillin, Jack" userId="14638b7b-dd11-4f5d-ab3d-29594a30b3e3" providerId="ADAL" clId="{CD30171E-500C-4CD5-B1CB-E3EB6735718E}" dt="2025-12-09T20:15:53.757" v="16" actId="26606"/>
          <ac:spMkLst>
            <pc:docMk/>
            <pc:sldMk cId="317991606" sldId="264"/>
            <ac:spMk id="16" creationId="{99F1FFA9-D672-408C-9220-ADEEC6ABDD09}"/>
          </ac:spMkLst>
        </pc:spChg>
        <pc:spChg chg="add del">
          <ac:chgData name="Quillin, Jack" userId="14638b7b-dd11-4f5d-ab3d-29594a30b3e3" providerId="ADAL" clId="{CD30171E-500C-4CD5-B1CB-E3EB6735718E}" dt="2025-12-09T20:15:59.455" v="18" actId="26606"/>
          <ac:spMkLst>
            <pc:docMk/>
            <pc:sldMk cId="317991606" sldId="264"/>
            <ac:spMk id="18" creationId="{F6CA58B3-AFCC-4A40-9882-50D5080879B0}"/>
          </ac:spMkLst>
        </pc:spChg>
        <pc:spChg chg="add del">
          <ac:chgData name="Quillin, Jack" userId="14638b7b-dd11-4f5d-ab3d-29594a30b3e3" providerId="ADAL" clId="{CD30171E-500C-4CD5-B1CB-E3EB6735718E}" dt="2025-12-09T20:15:59.455" v="18" actId="26606"/>
          <ac:spMkLst>
            <pc:docMk/>
            <pc:sldMk cId="317991606" sldId="264"/>
            <ac:spMk id="19" creationId="{231BF440-39FA-4087-84CC-2EEC0BBDAF29}"/>
          </ac:spMkLst>
        </pc:spChg>
        <pc:spChg chg="add del">
          <ac:chgData name="Quillin, Jack" userId="14638b7b-dd11-4f5d-ab3d-29594a30b3e3" providerId="ADAL" clId="{CD30171E-500C-4CD5-B1CB-E3EB6735718E}" dt="2025-12-09T20:15:59.455" v="18" actId="26606"/>
          <ac:spMkLst>
            <pc:docMk/>
            <pc:sldMk cId="317991606" sldId="264"/>
            <ac:spMk id="20" creationId="{75C56826-D4E5-42ED-8529-079651CB3005}"/>
          </ac:spMkLst>
        </pc:spChg>
        <pc:spChg chg="add del">
          <ac:chgData name="Quillin, Jack" userId="14638b7b-dd11-4f5d-ab3d-29594a30b3e3" providerId="ADAL" clId="{CD30171E-500C-4CD5-B1CB-E3EB6735718E}" dt="2025-12-09T20:15:59.455" v="18" actId="26606"/>
          <ac:spMkLst>
            <pc:docMk/>
            <pc:sldMk cId="317991606" sldId="264"/>
            <ac:spMk id="21" creationId="{F04E4CBA-303B-48BD-8451-C2701CB0EEBF}"/>
          </ac:spMkLst>
        </pc:spChg>
        <pc:spChg chg="add del">
          <ac:chgData name="Quillin, Jack" userId="14638b7b-dd11-4f5d-ab3d-29594a30b3e3" providerId="ADAL" clId="{CD30171E-500C-4CD5-B1CB-E3EB6735718E}" dt="2025-12-09T20:15:59.455" v="18" actId="26606"/>
          <ac:spMkLst>
            <pc:docMk/>
            <pc:sldMk cId="317991606" sldId="264"/>
            <ac:spMk id="22" creationId="{82095FCE-EF05-4443-B97A-85DEE3A5CA17}"/>
          </ac:spMkLst>
        </pc:spChg>
        <pc:spChg chg="add del">
          <ac:chgData name="Quillin, Jack" userId="14638b7b-dd11-4f5d-ab3d-29594a30b3e3" providerId="ADAL" clId="{CD30171E-500C-4CD5-B1CB-E3EB6735718E}" dt="2025-12-09T20:15:59.455" v="18" actId="26606"/>
          <ac:spMkLst>
            <pc:docMk/>
            <pc:sldMk cId="317991606" sldId="264"/>
            <ac:spMk id="23" creationId="{366E3E9D-5EA9-F692-6BDB-54A197EC98E0}"/>
          </ac:spMkLst>
        </pc:spChg>
        <pc:spChg chg="add del">
          <ac:chgData name="Quillin, Jack" userId="14638b7b-dd11-4f5d-ab3d-29594a30b3e3" providerId="ADAL" clId="{CD30171E-500C-4CD5-B1CB-E3EB6735718E}" dt="2025-12-09T20:15:59.455" v="18" actId="26606"/>
          <ac:spMkLst>
            <pc:docMk/>
            <pc:sldMk cId="317991606" sldId="264"/>
            <ac:spMk id="24" creationId="{CA00AE6B-AA30-4CF8-BA6F-339B780AD76C}"/>
          </ac:spMkLst>
        </pc:spChg>
        <pc:spChg chg="add del">
          <ac:chgData name="Quillin, Jack" userId="14638b7b-dd11-4f5d-ab3d-29594a30b3e3" providerId="ADAL" clId="{CD30171E-500C-4CD5-B1CB-E3EB6735718E}" dt="2025-12-09T20:16:11.096" v="20" actId="26606"/>
          <ac:spMkLst>
            <pc:docMk/>
            <pc:sldMk cId="317991606" sldId="264"/>
            <ac:spMk id="26" creationId="{FB33DC6A-1F1C-4A06-834E-CFF88F1C0BB9}"/>
          </ac:spMkLst>
        </pc:spChg>
        <pc:spChg chg="add del">
          <ac:chgData name="Quillin, Jack" userId="14638b7b-dd11-4f5d-ab3d-29594a30b3e3" providerId="ADAL" clId="{CD30171E-500C-4CD5-B1CB-E3EB6735718E}" dt="2025-12-09T20:16:11.096" v="20" actId="26606"/>
          <ac:spMkLst>
            <pc:docMk/>
            <pc:sldMk cId="317991606" sldId="264"/>
            <ac:spMk id="27" creationId="{0FE1D5CF-87B8-4A8A-AD3C-01D06A60769B}"/>
          </ac:spMkLst>
        </pc:spChg>
        <pc:spChg chg="add del">
          <ac:chgData name="Quillin, Jack" userId="14638b7b-dd11-4f5d-ab3d-29594a30b3e3" providerId="ADAL" clId="{CD30171E-500C-4CD5-B1CB-E3EB6735718E}" dt="2025-12-09T20:16:11.096" v="20" actId="26606"/>
          <ac:spMkLst>
            <pc:docMk/>
            <pc:sldMk cId="317991606" sldId="264"/>
            <ac:spMk id="28" creationId="{60926200-45C2-41E9-839F-31CD5FE4CD59}"/>
          </ac:spMkLst>
        </pc:spChg>
        <pc:spChg chg="add del">
          <ac:chgData name="Quillin, Jack" userId="14638b7b-dd11-4f5d-ab3d-29594a30b3e3" providerId="ADAL" clId="{CD30171E-500C-4CD5-B1CB-E3EB6735718E}" dt="2025-12-09T20:16:11.096" v="20" actId="26606"/>
          <ac:spMkLst>
            <pc:docMk/>
            <pc:sldMk cId="317991606" sldId="264"/>
            <ac:spMk id="29" creationId="{AF2F604E-43BE-4DC3-B983-E071523364F8}"/>
          </ac:spMkLst>
        </pc:spChg>
        <pc:spChg chg="add del">
          <ac:chgData name="Quillin, Jack" userId="14638b7b-dd11-4f5d-ab3d-29594a30b3e3" providerId="ADAL" clId="{CD30171E-500C-4CD5-B1CB-E3EB6735718E}" dt="2025-12-09T20:16:11.096" v="20" actId="26606"/>
          <ac:spMkLst>
            <pc:docMk/>
            <pc:sldMk cId="317991606" sldId="264"/>
            <ac:spMk id="30" creationId="{08C9B587-E65E-4B52-B37C-ABEBB6E87928}"/>
          </ac:spMkLst>
        </pc:spChg>
        <pc:spChg chg="add del">
          <ac:chgData name="Quillin, Jack" userId="14638b7b-dd11-4f5d-ab3d-29594a30b3e3" providerId="ADAL" clId="{CD30171E-500C-4CD5-B1CB-E3EB6735718E}" dt="2025-12-09T20:16:22.686" v="24" actId="26606"/>
          <ac:spMkLst>
            <pc:docMk/>
            <pc:sldMk cId="317991606" sldId="264"/>
            <ac:spMk id="32" creationId="{99F1FFA9-D672-408C-9220-ADEEC6ABDD09}"/>
          </ac:spMkLst>
        </pc:spChg>
        <pc:spChg chg="add del">
          <ac:chgData name="Quillin, Jack" userId="14638b7b-dd11-4f5d-ab3d-29594a30b3e3" providerId="ADAL" clId="{CD30171E-500C-4CD5-B1CB-E3EB6735718E}" dt="2025-12-09T20:16:22.686" v="24" actId="26606"/>
          <ac:spMkLst>
            <pc:docMk/>
            <pc:sldMk cId="317991606" sldId="264"/>
            <ac:spMk id="33" creationId="{66A7996C-9122-4909-90CA-2B3C25EBFC69}"/>
          </ac:spMkLst>
        </pc:spChg>
        <pc:picChg chg="add mod">
          <ac:chgData name="Quillin, Jack" userId="14638b7b-dd11-4f5d-ab3d-29594a30b3e3" providerId="ADAL" clId="{CD30171E-500C-4CD5-B1CB-E3EB6735718E}" dt="2025-12-09T20:16:34.081" v="31"/>
          <ac:picMkLst>
            <pc:docMk/>
            <pc:sldMk cId="317991606" sldId="264"/>
            <ac:picMk id="5" creationId="{55293E52-17EB-0EE7-9FA8-695DA86B55B5}"/>
          </ac:picMkLst>
        </pc:picChg>
        <pc:picChg chg="add mod">
          <ac:chgData name="Quillin, Jack" userId="14638b7b-dd11-4f5d-ab3d-29594a30b3e3" providerId="ADAL" clId="{CD30171E-500C-4CD5-B1CB-E3EB6735718E}" dt="2025-12-09T20:16:32.581" v="29"/>
          <ac:picMkLst>
            <pc:docMk/>
            <pc:sldMk cId="317991606" sldId="264"/>
            <ac:picMk id="7" creationId="{CD085941-0832-552E-A73B-870E8C8B839A}"/>
          </ac:picMkLst>
        </pc:picChg>
        <pc:picChg chg="add mod">
          <ac:chgData name="Quillin, Jack" userId="14638b7b-dd11-4f5d-ab3d-29594a30b3e3" providerId="ADAL" clId="{CD30171E-500C-4CD5-B1CB-E3EB6735718E}" dt="2025-12-09T20:17:53.133" v="47" actId="14100"/>
          <ac:picMkLst>
            <pc:docMk/>
            <pc:sldMk cId="317991606" sldId="264"/>
            <ac:picMk id="9" creationId="{21B883DF-6158-AE13-B41C-20CA16CD8983}"/>
          </ac:picMkLst>
        </pc:picChg>
        <pc:picChg chg="add mod">
          <ac:chgData name="Quillin, Jack" userId="14638b7b-dd11-4f5d-ab3d-29594a30b3e3" providerId="ADAL" clId="{CD30171E-500C-4CD5-B1CB-E3EB6735718E}" dt="2025-12-09T20:17:33.844" v="44" actId="14100"/>
          <ac:picMkLst>
            <pc:docMk/>
            <pc:sldMk cId="317991606" sldId="264"/>
            <ac:picMk id="13" creationId="{00DB3D99-1233-BB02-F3BB-12B100F7DBBE}"/>
          </ac:picMkLst>
        </pc:picChg>
      </pc:sldChg>
      <pc:sldChg chg="addSp delSp modSp mod setBg">
        <pc:chgData name="Quillin, Jack" userId="14638b7b-dd11-4f5d-ab3d-29594a30b3e3" providerId="ADAL" clId="{CD30171E-500C-4CD5-B1CB-E3EB6735718E}" dt="2025-12-09T20:34:17.488" v="85" actId="26606"/>
        <pc:sldMkLst>
          <pc:docMk/>
          <pc:sldMk cId="2882408090" sldId="265"/>
        </pc:sldMkLst>
        <pc:spChg chg="mod">
          <ac:chgData name="Quillin, Jack" userId="14638b7b-dd11-4f5d-ab3d-29594a30b3e3" providerId="ADAL" clId="{CD30171E-500C-4CD5-B1CB-E3EB6735718E}" dt="2025-12-09T20:34:17.488" v="85" actId="26606"/>
          <ac:spMkLst>
            <pc:docMk/>
            <pc:sldMk cId="2882408090" sldId="265"/>
            <ac:spMk id="2" creationId="{6CE8AF9D-D9A3-C4E6-38E5-6A1638BD9913}"/>
          </ac:spMkLst>
        </pc:spChg>
        <pc:spChg chg="mod">
          <ac:chgData name="Quillin, Jack" userId="14638b7b-dd11-4f5d-ab3d-29594a30b3e3" providerId="ADAL" clId="{CD30171E-500C-4CD5-B1CB-E3EB6735718E}" dt="2025-12-09T20:34:17.488" v="85" actId="26606"/>
          <ac:spMkLst>
            <pc:docMk/>
            <pc:sldMk cId="2882408090" sldId="265"/>
            <ac:spMk id="3" creationId="{96D9D05B-DE2A-EF01-FEEA-DD44248909F3}"/>
          </ac:spMkLst>
        </pc:spChg>
        <pc:spChg chg="add">
          <ac:chgData name="Quillin, Jack" userId="14638b7b-dd11-4f5d-ab3d-29594a30b3e3" providerId="ADAL" clId="{CD30171E-500C-4CD5-B1CB-E3EB6735718E}" dt="2025-12-09T20:34:17.488" v="85" actId="26606"/>
          <ac:spMkLst>
            <pc:docMk/>
            <pc:sldMk cId="2882408090" sldId="265"/>
            <ac:spMk id="8" creationId="{100EDD19-6802-4EC3-95CE-CFFAB042CFD6}"/>
          </ac:spMkLst>
        </pc:spChg>
        <pc:spChg chg="add">
          <ac:chgData name="Quillin, Jack" userId="14638b7b-dd11-4f5d-ab3d-29594a30b3e3" providerId="ADAL" clId="{CD30171E-500C-4CD5-B1CB-E3EB6735718E}" dt="2025-12-09T20:34:17.488" v="85" actId="26606"/>
          <ac:spMkLst>
            <pc:docMk/>
            <pc:sldMk cId="2882408090" sldId="265"/>
            <ac:spMk id="10" creationId="{DB17E863-922E-4C26-BD64-E8FD41D28661}"/>
          </ac:spMkLst>
        </pc:spChg>
        <pc:graphicFrameChg chg="add del mod">
          <ac:chgData name="Quillin, Jack" userId="14638b7b-dd11-4f5d-ab3d-29594a30b3e3" providerId="ADAL" clId="{CD30171E-500C-4CD5-B1CB-E3EB6735718E}" dt="2025-12-09T20:19:39.982" v="54" actId="478"/>
          <ac:graphicFrameMkLst>
            <pc:docMk/>
            <pc:sldMk cId="2882408090" sldId="265"/>
            <ac:graphicFrameMk id="4" creationId="{9933D28B-1F7E-5A9F-33C5-71824F6192E9}"/>
          </ac:graphicFrameMkLst>
        </pc:graphicFrameChg>
      </pc:sldChg>
      <pc:sldChg chg="addSp modSp mod setBg">
        <pc:chgData name="Quillin, Jack" userId="14638b7b-dd11-4f5d-ab3d-29594a30b3e3" providerId="ADAL" clId="{CD30171E-500C-4CD5-B1CB-E3EB6735718E}" dt="2025-12-09T20:34:27.816" v="86" actId="26606"/>
        <pc:sldMkLst>
          <pc:docMk/>
          <pc:sldMk cId="3329743626" sldId="267"/>
        </pc:sldMkLst>
        <pc:spChg chg="mod">
          <ac:chgData name="Quillin, Jack" userId="14638b7b-dd11-4f5d-ab3d-29594a30b3e3" providerId="ADAL" clId="{CD30171E-500C-4CD5-B1CB-E3EB6735718E}" dt="2025-12-09T20:34:27.816" v="86" actId="26606"/>
          <ac:spMkLst>
            <pc:docMk/>
            <pc:sldMk cId="3329743626" sldId="267"/>
            <ac:spMk id="2" creationId="{4588DDAA-F56D-7BBE-B78E-B9919610BC3A}"/>
          </ac:spMkLst>
        </pc:spChg>
        <pc:spChg chg="mod">
          <ac:chgData name="Quillin, Jack" userId="14638b7b-dd11-4f5d-ab3d-29594a30b3e3" providerId="ADAL" clId="{CD30171E-500C-4CD5-B1CB-E3EB6735718E}" dt="2025-12-09T20:34:27.816" v="86" actId="26606"/>
          <ac:spMkLst>
            <pc:docMk/>
            <pc:sldMk cId="3329743626" sldId="267"/>
            <ac:spMk id="3" creationId="{7F879822-0CE3-C50A-0D63-D5A9A6D16C2B}"/>
          </ac:spMkLst>
        </pc:spChg>
        <pc:spChg chg="add">
          <ac:chgData name="Quillin, Jack" userId="14638b7b-dd11-4f5d-ab3d-29594a30b3e3" providerId="ADAL" clId="{CD30171E-500C-4CD5-B1CB-E3EB6735718E}" dt="2025-12-09T20:34:27.816" v="86" actId="26606"/>
          <ac:spMkLst>
            <pc:docMk/>
            <pc:sldMk cId="3329743626" sldId="267"/>
            <ac:spMk id="8" creationId="{777A147A-9ED8-46B4-8660-1B3C2AA880B5}"/>
          </ac:spMkLst>
        </pc:spChg>
        <pc:spChg chg="add">
          <ac:chgData name="Quillin, Jack" userId="14638b7b-dd11-4f5d-ab3d-29594a30b3e3" providerId="ADAL" clId="{CD30171E-500C-4CD5-B1CB-E3EB6735718E}" dt="2025-12-09T20:34:27.816" v="86" actId="26606"/>
          <ac:spMkLst>
            <pc:docMk/>
            <pc:sldMk cId="3329743626" sldId="267"/>
            <ac:spMk id="10" creationId="{5D6C15A0-C087-4593-8414-2B4EC1CDC3DE}"/>
          </ac:spMkLst>
        </pc:spChg>
      </pc:sldChg>
      <pc:sldChg chg="addSp modSp mod setBg">
        <pc:chgData name="Quillin, Jack" userId="14638b7b-dd11-4f5d-ab3d-29594a30b3e3" providerId="ADAL" clId="{CD30171E-500C-4CD5-B1CB-E3EB6735718E}" dt="2025-12-09T20:34:33.121" v="87" actId="26606"/>
        <pc:sldMkLst>
          <pc:docMk/>
          <pc:sldMk cId="3645107737" sldId="268"/>
        </pc:sldMkLst>
        <pc:spChg chg="mod">
          <ac:chgData name="Quillin, Jack" userId="14638b7b-dd11-4f5d-ab3d-29594a30b3e3" providerId="ADAL" clId="{CD30171E-500C-4CD5-B1CB-E3EB6735718E}" dt="2025-12-09T20:34:33.121" v="87" actId="26606"/>
          <ac:spMkLst>
            <pc:docMk/>
            <pc:sldMk cId="3645107737" sldId="268"/>
            <ac:spMk id="2" creationId="{1CFF74C6-23C8-E58C-6CAB-25B558D4DCB1}"/>
          </ac:spMkLst>
        </pc:spChg>
        <pc:spChg chg="mod">
          <ac:chgData name="Quillin, Jack" userId="14638b7b-dd11-4f5d-ab3d-29594a30b3e3" providerId="ADAL" clId="{CD30171E-500C-4CD5-B1CB-E3EB6735718E}" dt="2025-12-09T20:34:33.121" v="87" actId="26606"/>
          <ac:spMkLst>
            <pc:docMk/>
            <pc:sldMk cId="3645107737" sldId="268"/>
            <ac:spMk id="3" creationId="{DCEBB387-0F99-F3ED-05E4-0861C1AF6D14}"/>
          </ac:spMkLst>
        </pc:spChg>
        <pc:spChg chg="add">
          <ac:chgData name="Quillin, Jack" userId="14638b7b-dd11-4f5d-ab3d-29594a30b3e3" providerId="ADAL" clId="{CD30171E-500C-4CD5-B1CB-E3EB6735718E}" dt="2025-12-09T20:34:33.121" v="87" actId="26606"/>
          <ac:spMkLst>
            <pc:docMk/>
            <pc:sldMk cId="3645107737" sldId="268"/>
            <ac:spMk id="8" creationId="{777A147A-9ED8-46B4-8660-1B3C2AA880B5}"/>
          </ac:spMkLst>
        </pc:spChg>
        <pc:spChg chg="add">
          <ac:chgData name="Quillin, Jack" userId="14638b7b-dd11-4f5d-ab3d-29594a30b3e3" providerId="ADAL" clId="{CD30171E-500C-4CD5-B1CB-E3EB6735718E}" dt="2025-12-09T20:34:33.121" v="87" actId="26606"/>
          <ac:spMkLst>
            <pc:docMk/>
            <pc:sldMk cId="3645107737" sldId="268"/>
            <ac:spMk id="10" creationId="{5D6C15A0-C087-4593-8414-2B4EC1CDC3DE}"/>
          </ac:spMkLst>
        </pc:spChg>
      </pc:sldChg>
      <pc:sldChg chg="addSp modSp mod setBg">
        <pc:chgData name="Quillin, Jack" userId="14638b7b-dd11-4f5d-ab3d-29594a30b3e3" providerId="ADAL" clId="{CD30171E-500C-4CD5-B1CB-E3EB6735718E}" dt="2025-12-09T20:35:36.670" v="197" actId="20577"/>
        <pc:sldMkLst>
          <pc:docMk/>
          <pc:sldMk cId="3471763886" sldId="269"/>
        </pc:sldMkLst>
        <pc:spChg chg="mod">
          <ac:chgData name="Quillin, Jack" userId="14638b7b-dd11-4f5d-ab3d-29594a30b3e3" providerId="ADAL" clId="{CD30171E-500C-4CD5-B1CB-E3EB6735718E}" dt="2025-12-09T20:34:38.215" v="88" actId="26606"/>
          <ac:spMkLst>
            <pc:docMk/>
            <pc:sldMk cId="3471763886" sldId="269"/>
            <ac:spMk id="2" creationId="{726828F3-0C28-CA8B-53C5-9CD4BB09F134}"/>
          </ac:spMkLst>
        </pc:spChg>
        <pc:spChg chg="mod">
          <ac:chgData name="Quillin, Jack" userId="14638b7b-dd11-4f5d-ab3d-29594a30b3e3" providerId="ADAL" clId="{CD30171E-500C-4CD5-B1CB-E3EB6735718E}" dt="2025-12-09T20:35:36.670" v="197" actId="20577"/>
          <ac:spMkLst>
            <pc:docMk/>
            <pc:sldMk cId="3471763886" sldId="269"/>
            <ac:spMk id="3" creationId="{C2CCEC0B-2C9D-A933-692A-D6754EE2472D}"/>
          </ac:spMkLst>
        </pc:spChg>
        <pc:spChg chg="add">
          <ac:chgData name="Quillin, Jack" userId="14638b7b-dd11-4f5d-ab3d-29594a30b3e3" providerId="ADAL" clId="{CD30171E-500C-4CD5-B1CB-E3EB6735718E}" dt="2025-12-09T20:34:38.215" v="88" actId="26606"/>
          <ac:spMkLst>
            <pc:docMk/>
            <pc:sldMk cId="3471763886" sldId="269"/>
            <ac:spMk id="8" creationId="{777A147A-9ED8-46B4-8660-1B3C2AA880B5}"/>
          </ac:spMkLst>
        </pc:spChg>
        <pc:spChg chg="add">
          <ac:chgData name="Quillin, Jack" userId="14638b7b-dd11-4f5d-ab3d-29594a30b3e3" providerId="ADAL" clId="{CD30171E-500C-4CD5-B1CB-E3EB6735718E}" dt="2025-12-09T20:34:38.215" v="88" actId="26606"/>
          <ac:spMkLst>
            <pc:docMk/>
            <pc:sldMk cId="3471763886" sldId="269"/>
            <ac:spMk id="10" creationId="{5D6C15A0-C087-4593-8414-2B4EC1CDC3DE}"/>
          </ac:spMkLst>
        </pc:spChg>
      </pc:sldChg>
      <pc:sldChg chg="addSp modSp mod">
        <pc:chgData name="Quillin, Jack" userId="14638b7b-dd11-4f5d-ab3d-29594a30b3e3" providerId="ADAL" clId="{CD30171E-500C-4CD5-B1CB-E3EB6735718E}" dt="2025-12-09T20:29:53.828" v="77" actId="1076"/>
        <pc:sldMkLst>
          <pc:docMk/>
          <pc:sldMk cId="211862870" sldId="271"/>
        </pc:sldMkLst>
        <pc:picChg chg="mod">
          <ac:chgData name="Quillin, Jack" userId="14638b7b-dd11-4f5d-ab3d-29594a30b3e3" providerId="ADAL" clId="{CD30171E-500C-4CD5-B1CB-E3EB6735718E}" dt="2025-12-09T20:29:44.544" v="74" actId="1076"/>
          <ac:picMkLst>
            <pc:docMk/>
            <pc:sldMk cId="211862870" sldId="271"/>
            <ac:picMk id="8" creationId="{DF63470F-7BD0-7735-6396-4E1724F9581C}"/>
          </ac:picMkLst>
        </pc:picChg>
        <pc:picChg chg="mod">
          <ac:chgData name="Quillin, Jack" userId="14638b7b-dd11-4f5d-ab3d-29594a30b3e3" providerId="ADAL" clId="{CD30171E-500C-4CD5-B1CB-E3EB6735718E}" dt="2025-12-09T20:29:42.912" v="73" actId="1076"/>
          <ac:picMkLst>
            <pc:docMk/>
            <pc:sldMk cId="211862870" sldId="271"/>
            <ac:picMk id="9" creationId="{0586C4FF-F75A-249A-D295-4CA35C8D52E6}"/>
          </ac:picMkLst>
        </pc:picChg>
        <pc:picChg chg="mod">
          <ac:chgData name="Quillin, Jack" userId="14638b7b-dd11-4f5d-ab3d-29594a30b3e3" providerId="ADAL" clId="{CD30171E-500C-4CD5-B1CB-E3EB6735718E}" dt="2025-12-09T20:29:40.889" v="72" actId="1076"/>
          <ac:picMkLst>
            <pc:docMk/>
            <pc:sldMk cId="211862870" sldId="271"/>
            <ac:picMk id="10" creationId="{A15029B2-6A61-D71F-EB41-6CAF1588AFAA}"/>
          </ac:picMkLst>
        </pc:picChg>
        <pc:picChg chg="add mod">
          <ac:chgData name="Quillin, Jack" userId="14638b7b-dd11-4f5d-ab3d-29594a30b3e3" providerId="ADAL" clId="{CD30171E-500C-4CD5-B1CB-E3EB6735718E}" dt="2025-12-09T20:29:53.828" v="77" actId="1076"/>
          <ac:picMkLst>
            <pc:docMk/>
            <pc:sldMk cId="211862870" sldId="271"/>
            <ac:picMk id="12" creationId="{00ECC486-AFF5-D287-D77B-137760FF4929}"/>
          </ac:picMkLst>
        </pc:picChg>
      </pc:sldChg>
    </pc:docChg>
  </pc:docChgLst>
  <pc:docChgLst>
    <pc:chgData name="Calle, Daniel" userId="S::daniel.calle@wsu.edu::c3c03507-b543-48fa-b72d-0c6d146ce650" providerId="AD" clId="Web-{6E494B8A-E3B9-6D67-D199-46362E76B595}"/>
    <pc:docChg chg="addSld modSld sldOrd">
      <pc:chgData name="Calle, Daniel" userId="S::daniel.calle@wsu.edu::c3c03507-b543-48fa-b72d-0c6d146ce650" providerId="AD" clId="Web-{6E494B8A-E3B9-6D67-D199-46362E76B595}" dt="2025-12-09T20:58:23.737" v="163"/>
      <pc:docMkLst>
        <pc:docMk/>
      </pc:docMkLst>
      <pc:sldChg chg="addSp delSp modSp mod setBg">
        <pc:chgData name="Calle, Daniel" userId="S::daniel.calle@wsu.edu::c3c03507-b543-48fa-b72d-0c6d146ce650" providerId="AD" clId="Web-{6E494B8A-E3B9-6D67-D199-46362E76B595}" dt="2025-12-09T20:33:39.711" v="157" actId="20577"/>
        <pc:sldMkLst>
          <pc:docMk/>
          <pc:sldMk cId="1109019934" sldId="256"/>
        </pc:sldMkLst>
        <pc:spChg chg="mod">
          <ac:chgData name="Calle, Daniel" userId="S::daniel.calle@wsu.edu::c3c03507-b543-48fa-b72d-0c6d146ce650" providerId="AD" clId="Web-{6E494B8A-E3B9-6D67-D199-46362E76B595}" dt="2025-12-09T19:31:02.974" v="10"/>
          <ac:spMkLst>
            <pc:docMk/>
            <pc:sldMk cId="1109019934" sldId="256"/>
            <ac:spMk id="2" creationId="{0D685690-81C7-9957-4473-9722DD882527}"/>
          </ac:spMkLst>
        </pc:spChg>
        <pc:spChg chg="mod">
          <ac:chgData name="Calle, Daniel" userId="S::daniel.calle@wsu.edu::c3c03507-b543-48fa-b72d-0c6d146ce650" providerId="AD" clId="Web-{6E494B8A-E3B9-6D67-D199-46362E76B595}" dt="2025-12-09T20:33:39.711" v="157" actId="20577"/>
          <ac:spMkLst>
            <pc:docMk/>
            <pc:sldMk cId="1109019934" sldId="256"/>
            <ac:spMk id="3" creationId="{A55B4159-5D40-F625-1A0A-8E884C66B0FD}"/>
          </ac:spMkLst>
        </pc:spChg>
        <pc:spChg chg="add del">
          <ac:chgData name="Calle, Daniel" userId="S::daniel.calle@wsu.edu::c3c03507-b543-48fa-b72d-0c6d146ce650" providerId="AD" clId="Web-{6E494B8A-E3B9-6D67-D199-46362E76B595}" dt="2025-12-09T19:31:02.974" v="10"/>
          <ac:spMkLst>
            <pc:docMk/>
            <pc:sldMk cId="1109019934" sldId="256"/>
            <ac:spMk id="9" creationId="{C1DD1A8A-57D5-4A81-AD04-532B043C5611}"/>
          </ac:spMkLst>
        </pc:spChg>
        <pc:spChg chg="add del">
          <ac:chgData name="Calle, Daniel" userId="S::daniel.calle@wsu.edu::c3c03507-b543-48fa-b72d-0c6d146ce650" providerId="AD" clId="Web-{6E494B8A-E3B9-6D67-D199-46362E76B595}" dt="2025-12-09T19:31:02.974" v="10"/>
          <ac:spMkLst>
            <pc:docMk/>
            <pc:sldMk cId="1109019934" sldId="256"/>
            <ac:spMk id="11" creationId="{007891EC-4501-44ED-A8C8-B11B6DB767AB}"/>
          </ac:spMkLst>
        </pc:spChg>
        <pc:picChg chg="add del">
          <ac:chgData name="Calle, Daniel" userId="S::daniel.calle@wsu.edu::c3c03507-b543-48fa-b72d-0c6d146ce650" providerId="AD" clId="Web-{6E494B8A-E3B9-6D67-D199-46362E76B595}" dt="2025-12-09T19:31:02.974" v="10"/>
          <ac:picMkLst>
            <pc:docMk/>
            <pc:sldMk cId="1109019934" sldId="256"/>
            <ac:picMk id="5" creationId="{A3EFB423-391A-0594-B2E4-90A8FE5988FE}"/>
          </ac:picMkLst>
        </pc:picChg>
      </pc:sldChg>
      <pc:sldChg chg="modSp">
        <pc:chgData name="Calle, Daniel" userId="S::daniel.calle@wsu.edu::c3c03507-b543-48fa-b72d-0c6d146ce650" providerId="AD" clId="Web-{6E494B8A-E3B9-6D67-D199-46362E76B595}" dt="2025-12-09T20:25:39.057" v="48" actId="1076"/>
        <pc:sldMkLst>
          <pc:docMk/>
          <pc:sldMk cId="161518089" sldId="263"/>
        </pc:sldMkLst>
        <pc:picChg chg="mod">
          <ac:chgData name="Calle, Daniel" userId="S::daniel.calle@wsu.edu::c3c03507-b543-48fa-b72d-0c6d146ce650" providerId="AD" clId="Web-{6E494B8A-E3B9-6D67-D199-46362E76B595}" dt="2025-12-09T20:25:38.963" v="46" actId="1076"/>
          <ac:picMkLst>
            <pc:docMk/>
            <pc:sldMk cId="161518089" sldId="263"/>
            <ac:picMk id="4" creationId="{122226E0-BD18-5265-C3FF-11FED68E355F}"/>
          </ac:picMkLst>
        </pc:picChg>
        <pc:picChg chg="mod">
          <ac:chgData name="Calle, Daniel" userId="S::daniel.calle@wsu.edu::c3c03507-b543-48fa-b72d-0c6d146ce650" providerId="AD" clId="Web-{6E494B8A-E3B9-6D67-D199-46362E76B595}" dt="2025-12-09T20:25:39.025" v="47" actId="1076"/>
          <ac:picMkLst>
            <pc:docMk/>
            <pc:sldMk cId="161518089" sldId="263"/>
            <ac:picMk id="5" creationId="{0E7CC396-BA04-DB78-E828-EBC77409C2B4}"/>
          </ac:picMkLst>
        </pc:picChg>
        <pc:picChg chg="mod">
          <ac:chgData name="Calle, Daniel" userId="S::daniel.calle@wsu.edu::c3c03507-b543-48fa-b72d-0c6d146ce650" providerId="AD" clId="Web-{6E494B8A-E3B9-6D67-D199-46362E76B595}" dt="2025-12-09T20:25:39.057" v="48" actId="1076"/>
          <ac:picMkLst>
            <pc:docMk/>
            <pc:sldMk cId="161518089" sldId="263"/>
            <ac:picMk id="6" creationId="{53DB1CAA-4352-E445-E4A2-BE799E8AF9A4}"/>
          </ac:picMkLst>
        </pc:picChg>
      </pc:sldChg>
      <pc:sldChg chg="addSp delSp modSp mod setBg">
        <pc:chgData name="Calle, Daniel" userId="S::daniel.calle@wsu.edu::c3c03507-b543-48fa-b72d-0c6d146ce650" providerId="AD" clId="Web-{6E494B8A-E3B9-6D67-D199-46362E76B595}" dt="2025-12-09T20:53:35.260" v="161"/>
        <pc:sldMkLst>
          <pc:docMk/>
          <pc:sldMk cId="317991606" sldId="264"/>
        </pc:sldMkLst>
        <pc:spChg chg="mod">
          <ac:chgData name="Calle, Daniel" userId="S::daniel.calle@wsu.edu::c3c03507-b543-48fa-b72d-0c6d146ce650" providerId="AD" clId="Web-{6E494B8A-E3B9-6D67-D199-46362E76B595}" dt="2025-12-09T20:53:35.260" v="161"/>
          <ac:spMkLst>
            <pc:docMk/>
            <pc:sldMk cId="317991606" sldId="264"/>
            <ac:spMk id="2" creationId="{27BD306E-B878-C8AE-EAB4-793DE6248A95}"/>
          </ac:spMkLst>
        </pc:spChg>
        <pc:spChg chg="add del">
          <ac:chgData name="Calle, Daniel" userId="S::daniel.calle@wsu.edu::c3c03507-b543-48fa-b72d-0c6d146ce650" providerId="AD" clId="Web-{6E494B8A-E3B9-6D67-D199-46362E76B595}" dt="2025-12-09T20:53:35.260" v="161"/>
          <ac:spMkLst>
            <pc:docMk/>
            <pc:sldMk cId="317991606" sldId="264"/>
            <ac:spMk id="15" creationId="{C4879EFC-8E62-4E00-973C-C45EE9EC676D}"/>
          </ac:spMkLst>
        </pc:spChg>
        <pc:spChg chg="add del">
          <ac:chgData name="Calle, Daniel" userId="S::daniel.calle@wsu.edu::c3c03507-b543-48fa-b72d-0c6d146ce650" providerId="AD" clId="Web-{6E494B8A-E3B9-6D67-D199-46362E76B595}" dt="2025-12-09T20:53:35.260" v="161"/>
          <ac:spMkLst>
            <pc:docMk/>
            <pc:sldMk cId="317991606" sldId="264"/>
            <ac:spMk id="17" creationId="{D6A9C53F-5F90-40A5-8C85-5412D39C8C68}"/>
          </ac:spMkLst>
        </pc:spChg>
        <pc:picChg chg="mod">
          <ac:chgData name="Calle, Daniel" userId="S::daniel.calle@wsu.edu::c3c03507-b543-48fa-b72d-0c6d146ce650" providerId="AD" clId="Web-{6E494B8A-E3B9-6D67-D199-46362E76B595}" dt="2025-12-09T20:53:35.260" v="161"/>
          <ac:picMkLst>
            <pc:docMk/>
            <pc:sldMk cId="317991606" sldId="264"/>
            <ac:picMk id="9" creationId="{21B883DF-6158-AE13-B41C-20CA16CD8983}"/>
          </ac:picMkLst>
        </pc:picChg>
        <pc:picChg chg="mod">
          <ac:chgData name="Calle, Daniel" userId="S::daniel.calle@wsu.edu::c3c03507-b543-48fa-b72d-0c6d146ce650" providerId="AD" clId="Web-{6E494B8A-E3B9-6D67-D199-46362E76B595}" dt="2025-12-09T20:53:35.260" v="161"/>
          <ac:picMkLst>
            <pc:docMk/>
            <pc:sldMk cId="317991606" sldId="264"/>
            <ac:picMk id="13" creationId="{00DB3D99-1233-BB02-F3BB-12B100F7DBBE}"/>
          </ac:picMkLst>
        </pc:picChg>
      </pc:sldChg>
      <pc:sldChg chg="modSp">
        <pc:chgData name="Calle, Daniel" userId="S::daniel.calle@wsu.edu::c3c03507-b543-48fa-b72d-0c6d146ce650" providerId="AD" clId="Web-{6E494B8A-E3B9-6D67-D199-46362E76B595}" dt="2025-12-09T20:21:04.149" v="30" actId="20577"/>
        <pc:sldMkLst>
          <pc:docMk/>
          <pc:sldMk cId="2882408090" sldId="265"/>
        </pc:sldMkLst>
        <pc:spChg chg="mod">
          <ac:chgData name="Calle, Daniel" userId="S::daniel.calle@wsu.edu::c3c03507-b543-48fa-b72d-0c6d146ce650" providerId="AD" clId="Web-{6E494B8A-E3B9-6D67-D199-46362E76B595}" dt="2025-12-09T20:21:04.149" v="30" actId="20577"/>
          <ac:spMkLst>
            <pc:docMk/>
            <pc:sldMk cId="2882408090" sldId="265"/>
            <ac:spMk id="3" creationId="{96D9D05B-DE2A-EF01-FEEA-DD44248909F3}"/>
          </ac:spMkLst>
        </pc:spChg>
      </pc:sldChg>
      <pc:sldChg chg="addSp delSp modSp mod setBg">
        <pc:chgData name="Calle, Daniel" userId="S::daniel.calle@wsu.edu::c3c03507-b543-48fa-b72d-0c6d146ce650" providerId="AD" clId="Web-{6E494B8A-E3B9-6D67-D199-46362E76B595}" dt="2025-12-09T20:52:02.256" v="159"/>
        <pc:sldMkLst>
          <pc:docMk/>
          <pc:sldMk cId="1107236365" sldId="266"/>
        </pc:sldMkLst>
        <pc:spChg chg="mod">
          <ac:chgData name="Calle, Daniel" userId="S::daniel.calle@wsu.edu::c3c03507-b543-48fa-b72d-0c6d146ce650" providerId="AD" clId="Web-{6E494B8A-E3B9-6D67-D199-46362E76B595}" dt="2025-12-09T20:52:02.256" v="159"/>
          <ac:spMkLst>
            <pc:docMk/>
            <pc:sldMk cId="1107236365" sldId="266"/>
            <ac:spMk id="2" creationId="{B726BA9E-4BA4-A6E8-DDC6-377CF20E1744}"/>
          </ac:spMkLst>
        </pc:spChg>
        <pc:spChg chg="mod">
          <ac:chgData name="Calle, Daniel" userId="S::daniel.calle@wsu.edu::c3c03507-b543-48fa-b72d-0c6d146ce650" providerId="AD" clId="Web-{6E494B8A-E3B9-6D67-D199-46362E76B595}" dt="2025-12-09T20:52:02.256" v="159"/>
          <ac:spMkLst>
            <pc:docMk/>
            <pc:sldMk cId="1107236365" sldId="266"/>
            <ac:spMk id="3" creationId="{40CE604F-A7FA-ACBD-6242-B0CE2BAF158F}"/>
          </ac:spMkLst>
        </pc:spChg>
        <pc:spChg chg="add del mod">
          <ac:chgData name="Calle, Daniel" userId="S::daniel.calle@wsu.edu::c3c03507-b543-48fa-b72d-0c6d146ce650" providerId="AD" clId="Web-{6E494B8A-E3B9-6D67-D199-46362E76B595}" dt="2025-12-09T20:30:48.903" v="52"/>
          <ac:spMkLst>
            <pc:docMk/>
            <pc:sldMk cId="1107236365" sldId="266"/>
            <ac:spMk id="4" creationId="{B1B2743F-2265-222A-CEDF-F160E2DBFAE8}"/>
          </ac:spMkLst>
        </pc:spChg>
        <pc:spChg chg="add del mod">
          <ac:chgData name="Calle, Daniel" userId="S::daniel.calle@wsu.edu::c3c03507-b543-48fa-b72d-0c6d146ce650" providerId="AD" clId="Web-{6E494B8A-E3B9-6D67-D199-46362E76B595}" dt="2025-12-09T20:30:58.576" v="58"/>
          <ac:spMkLst>
            <pc:docMk/>
            <pc:sldMk cId="1107236365" sldId="266"/>
            <ac:spMk id="5" creationId="{8EC98A5A-58D6-6961-BBA3-25950381F447}"/>
          </ac:spMkLst>
        </pc:spChg>
        <pc:spChg chg="add">
          <ac:chgData name="Calle, Daniel" userId="S::daniel.calle@wsu.edu::c3c03507-b543-48fa-b72d-0c6d146ce650" providerId="AD" clId="Web-{6E494B8A-E3B9-6D67-D199-46362E76B595}" dt="2025-12-09T20:52:02.256" v="159"/>
          <ac:spMkLst>
            <pc:docMk/>
            <pc:sldMk cId="1107236365" sldId="266"/>
            <ac:spMk id="8" creationId="{DAF1966E-FD40-4A4A-B61B-C4DF7FA05F06}"/>
          </ac:spMkLst>
        </pc:spChg>
        <pc:spChg chg="add">
          <ac:chgData name="Calle, Daniel" userId="S::daniel.calle@wsu.edu::c3c03507-b543-48fa-b72d-0c6d146ce650" providerId="AD" clId="Web-{6E494B8A-E3B9-6D67-D199-46362E76B595}" dt="2025-12-09T20:52:02.256" v="159"/>
          <ac:spMkLst>
            <pc:docMk/>
            <pc:sldMk cId="1107236365" sldId="266"/>
            <ac:spMk id="10" creationId="{047BFA19-D45E-416B-A404-7AF2F3F27017}"/>
          </ac:spMkLst>
        </pc:spChg>
        <pc:spChg chg="add">
          <ac:chgData name="Calle, Daniel" userId="S::daniel.calle@wsu.edu::c3c03507-b543-48fa-b72d-0c6d146ce650" providerId="AD" clId="Web-{6E494B8A-E3B9-6D67-D199-46362E76B595}" dt="2025-12-09T20:52:02.256" v="159"/>
          <ac:spMkLst>
            <pc:docMk/>
            <pc:sldMk cId="1107236365" sldId="266"/>
            <ac:spMk id="12" creationId="{8E0105E7-23DB-4CF2-8258-FF47C7620F6E}"/>
          </ac:spMkLst>
        </pc:spChg>
        <pc:spChg chg="add">
          <ac:chgData name="Calle, Daniel" userId="S::daniel.calle@wsu.edu::c3c03507-b543-48fa-b72d-0c6d146ce650" providerId="AD" clId="Web-{6E494B8A-E3B9-6D67-D199-46362E76B595}" dt="2025-12-09T20:52:02.256" v="159"/>
          <ac:spMkLst>
            <pc:docMk/>
            <pc:sldMk cId="1107236365" sldId="266"/>
            <ac:spMk id="14" creationId="{074B4F7D-14B2-478B-8BF5-01E4E0C5D263}"/>
          </ac:spMkLst>
        </pc:spChg>
      </pc:sldChg>
      <pc:sldChg chg="addSp delSp modSp new mod ord setBg">
        <pc:chgData name="Calle, Daniel" userId="S::daniel.calle@wsu.edu::c3c03507-b543-48fa-b72d-0c6d146ce650" providerId="AD" clId="Web-{6E494B8A-E3B9-6D67-D199-46362E76B595}" dt="2025-12-09T20:58:23.737" v="163"/>
        <pc:sldMkLst>
          <pc:docMk/>
          <pc:sldMk cId="88267772" sldId="272"/>
        </pc:sldMkLst>
        <pc:spChg chg="mod">
          <ac:chgData name="Calle, Daniel" userId="S::daniel.calle@wsu.edu::c3c03507-b543-48fa-b72d-0c6d146ce650" providerId="AD" clId="Web-{6E494B8A-E3B9-6D67-D199-46362E76B595}" dt="2025-12-09T20:41:25.961" v="158"/>
          <ac:spMkLst>
            <pc:docMk/>
            <pc:sldMk cId="88267772" sldId="272"/>
            <ac:spMk id="2" creationId="{D24153D4-26A1-2927-78C4-31A6C7276A8B}"/>
          </ac:spMkLst>
        </pc:spChg>
        <pc:spChg chg="del">
          <ac:chgData name="Calle, Daniel" userId="S::daniel.calle@wsu.edu::c3c03507-b543-48fa-b72d-0c6d146ce650" providerId="AD" clId="Web-{6E494B8A-E3B9-6D67-D199-46362E76B595}" dt="2025-12-09T20:31:26.188" v="82"/>
          <ac:spMkLst>
            <pc:docMk/>
            <pc:sldMk cId="88267772" sldId="272"/>
            <ac:spMk id="3" creationId="{E8444452-23E2-FB66-1899-FE793C236289}"/>
          </ac:spMkLst>
        </pc:spChg>
        <pc:spChg chg="add del mod">
          <ac:chgData name="Calle, Daniel" userId="S::daniel.calle@wsu.edu::c3c03507-b543-48fa-b72d-0c6d146ce650" providerId="AD" clId="Web-{6E494B8A-E3B9-6D67-D199-46362E76B595}" dt="2025-12-09T20:31:28.329" v="86"/>
          <ac:spMkLst>
            <pc:docMk/>
            <pc:sldMk cId="88267772" sldId="272"/>
            <ac:spMk id="4" creationId="{DC3AD685-8F44-ED74-71B2-75F2E43B9E1E}"/>
          </ac:spMkLst>
        </pc:spChg>
        <pc:spChg chg="add del mod">
          <ac:chgData name="Calle, Daniel" userId="S::daniel.calle@wsu.edu::c3c03507-b543-48fa-b72d-0c6d146ce650" providerId="AD" clId="Web-{6E494B8A-E3B9-6D67-D199-46362E76B595}" dt="2025-12-09T20:31:43.189" v="98"/>
          <ac:spMkLst>
            <pc:docMk/>
            <pc:sldMk cId="88267772" sldId="272"/>
            <ac:spMk id="5" creationId="{7D634171-441E-F0C2-1B2A-4FC01E0F73EA}"/>
          </ac:spMkLst>
        </pc:spChg>
        <pc:spChg chg="add del mod">
          <ac:chgData name="Calle, Daniel" userId="S::daniel.calle@wsu.edu::c3c03507-b543-48fa-b72d-0c6d146ce650" providerId="AD" clId="Web-{6E494B8A-E3B9-6D67-D199-46362E76B595}" dt="2025-12-09T20:32:53.318" v="147"/>
          <ac:spMkLst>
            <pc:docMk/>
            <pc:sldMk cId="88267772" sldId="272"/>
            <ac:spMk id="6" creationId="{1D6EAC8D-5131-8CB9-770F-B24A7E08FCD2}"/>
          </ac:spMkLst>
        </pc:spChg>
        <pc:spChg chg="add">
          <ac:chgData name="Calle, Daniel" userId="S::daniel.calle@wsu.edu::c3c03507-b543-48fa-b72d-0c6d146ce650" providerId="AD" clId="Web-{6E494B8A-E3B9-6D67-D199-46362E76B595}" dt="2025-12-09T20:41:25.961" v="158"/>
          <ac:spMkLst>
            <pc:docMk/>
            <pc:sldMk cId="88267772" sldId="272"/>
            <ac:spMk id="12" creationId="{5DCB5928-DC7D-4612-9922-441966E15627}"/>
          </ac:spMkLst>
        </pc:spChg>
        <pc:spChg chg="add">
          <ac:chgData name="Calle, Daniel" userId="S::daniel.calle@wsu.edu::c3c03507-b543-48fa-b72d-0c6d146ce650" providerId="AD" clId="Web-{6E494B8A-E3B9-6D67-D199-46362E76B595}" dt="2025-12-09T20:41:25.961" v="158"/>
          <ac:spMkLst>
            <pc:docMk/>
            <pc:sldMk cId="88267772" sldId="272"/>
            <ac:spMk id="14" creationId="{682C1161-1736-45EC-99B7-33F3CAE9D517}"/>
          </ac:spMkLst>
        </pc:spChg>
        <pc:spChg chg="add">
          <ac:chgData name="Calle, Daniel" userId="S::daniel.calle@wsu.edu::c3c03507-b543-48fa-b72d-0c6d146ce650" providerId="AD" clId="Web-{6E494B8A-E3B9-6D67-D199-46362E76B595}" dt="2025-12-09T20:41:25.961" v="158"/>
          <ac:spMkLst>
            <pc:docMk/>
            <pc:sldMk cId="88267772" sldId="272"/>
            <ac:spMk id="16" creationId="{84D4DDB8-B68F-45B0-9F62-C4279996F672}"/>
          </ac:spMkLst>
        </pc:spChg>
        <pc:spChg chg="add">
          <ac:chgData name="Calle, Daniel" userId="S::daniel.calle@wsu.edu::c3c03507-b543-48fa-b72d-0c6d146ce650" providerId="AD" clId="Web-{6E494B8A-E3B9-6D67-D199-46362E76B595}" dt="2025-12-09T20:41:25.961" v="158"/>
          <ac:spMkLst>
            <pc:docMk/>
            <pc:sldMk cId="88267772" sldId="272"/>
            <ac:spMk id="18" creationId="{AF2F604E-43BE-4DC3-B983-E071523364F8}"/>
          </ac:spMkLst>
        </pc:spChg>
        <pc:spChg chg="add">
          <ac:chgData name="Calle, Daniel" userId="S::daniel.calle@wsu.edu::c3c03507-b543-48fa-b72d-0c6d146ce650" providerId="AD" clId="Web-{6E494B8A-E3B9-6D67-D199-46362E76B595}" dt="2025-12-09T20:41:25.961" v="158"/>
          <ac:spMkLst>
            <pc:docMk/>
            <pc:sldMk cId="88267772" sldId="272"/>
            <ac:spMk id="20" creationId="{08C9B587-E65E-4B52-B37C-ABEBB6E87928}"/>
          </ac:spMkLst>
        </pc:spChg>
        <pc:picChg chg="add mod">
          <ac:chgData name="Calle, Daniel" userId="S::daniel.calle@wsu.edu::c3c03507-b543-48fa-b72d-0c6d146ce650" providerId="AD" clId="Web-{6E494B8A-E3B9-6D67-D199-46362E76B595}" dt="2025-12-09T20:41:25.961" v="158"/>
          <ac:picMkLst>
            <pc:docMk/>
            <pc:sldMk cId="88267772" sldId="272"/>
            <ac:picMk id="7" creationId="{0355A294-BEBA-56F6-5AE7-3856AE67E177}"/>
          </ac:picMkLst>
        </pc:picChg>
      </pc:sldChg>
    </pc:docChg>
  </pc:docChgLst>
  <pc:docChgLst>
    <pc:chgData name="Gapper, Daniel John" userId="S::daniel.gapper@wsu.edu::e582e753-6f02-4758-be41-ab4006af26d2" providerId="AD" clId="Web-{96990466-59D8-5481-51CF-6CF4C60951BC}"/>
    <pc:docChg chg="addSld modSld">
      <pc:chgData name="Gapper, Daniel John" userId="S::daniel.gapper@wsu.edu::e582e753-6f02-4758-be41-ab4006af26d2" providerId="AD" clId="Web-{96990466-59D8-5481-51CF-6CF4C60951BC}" dt="2025-12-09T20:59:20.354" v="602" actId="20577"/>
      <pc:docMkLst>
        <pc:docMk/>
      </pc:docMkLst>
      <pc:sldChg chg="addSp modSp mod setBg">
        <pc:chgData name="Gapper, Daniel John" userId="S::daniel.gapper@wsu.edu::e582e753-6f02-4758-be41-ab4006af26d2" providerId="AD" clId="Web-{96990466-59D8-5481-51CF-6CF4C60951BC}" dt="2025-12-09T20:30:10.763" v="75"/>
        <pc:sldMkLst>
          <pc:docMk/>
          <pc:sldMk cId="1109019934" sldId="256"/>
        </pc:sldMkLst>
        <pc:spChg chg="mod">
          <ac:chgData name="Gapper, Daniel John" userId="S::daniel.gapper@wsu.edu::e582e753-6f02-4758-be41-ab4006af26d2" providerId="AD" clId="Web-{96990466-59D8-5481-51CF-6CF4C60951BC}" dt="2025-12-09T20:30:10.763" v="75"/>
          <ac:spMkLst>
            <pc:docMk/>
            <pc:sldMk cId="1109019934" sldId="256"/>
            <ac:spMk id="2" creationId="{0D685690-81C7-9957-4473-9722DD882527}"/>
          </ac:spMkLst>
        </pc:spChg>
        <pc:spChg chg="mod">
          <ac:chgData name="Gapper, Daniel John" userId="S::daniel.gapper@wsu.edu::e582e753-6f02-4758-be41-ab4006af26d2" providerId="AD" clId="Web-{96990466-59D8-5481-51CF-6CF4C60951BC}" dt="2025-12-09T20:30:10.763" v="75"/>
          <ac:spMkLst>
            <pc:docMk/>
            <pc:sldMk cId="1109019934" sldId="256"/>
            <ac:spMk id="3" creationId="{A55B4159-5D40-F625-1A0A-8E884C66B0FD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0:10.763" v="75"/>
          <ac:spMkLst>
            <pc:docMk/>
            <pc:sldMk cId="1109019934" sldId="256"/>
            <ac:spMk id="8" creationId="{6F5A5072-7B47-4D32-B52A-4EBBF590B8A5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0:10.763" v="75"/>
          <ac:spMkLst>
            <pc:docMk/>
            <pc:sldMk cId="1109019934" sldId="256"/>
            <ac:spMk id="10" creationId="{9715DAF0-AE1B-46C9-8A6B-DB2AA05AB91D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0:10.763" v="75"/>
          <ac:spMkLst>
            <pc:docMk/>
            <pc:sldMk cId="1109019934" sldId="256"/>
            <ac:spMk id="12" creationId="{6016219D-510E-4184-9090-6D5578A87BD1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0:10.763" v="75"/>
          <ac:spMkLst>
            <pc:docMk/>
            <pc:sldMk cId="1109019934" sldId="256"/>
            <ac:spMk id="14" creationId="{AFF4A713-7B75-4B21-90D7-5AB19547C728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0:10.763" v="75"/>
          <ac:spMkLst>
            <pc:docMk/>
            <pc:sldMk cId="1109019934" sldId="256"/>
            <ac:spMk id="16" creationId="{DC631C0B-6DA6-4E57-8231-CE32B3434A7E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0:10.763" v="75"/>
          <ac:spMkLst>
            <pc:docMk/>
            <pc:sldMk cId="1109019934" sldId="256"/>
            <ac:spMk id="18" creationId="{C29501E6-A978-4A61-9689-9085AF97A53A}"/>
          </ac:spMkLst>
        </pc:spChg>
      </pc:sldChg>
      <pc:sldChg chg="modSp">
        <pc:chgData name="Gapper, Daniel John" userId="S::daniel.gapper@wsu.edu::e582e753-6f02-4758-be41-ab4006af26d2" providerId="AD" clId="Web-{96990466-59D8-5481-51CF-6CF4C60951BC}" dt="2025-12-09T20:30:33.888" v="77" actId="20577"/>
        <pc:sldMkLst>
          <pc:docMk/>
          <pc:sldMk cId="386591970" sldId="257"/>
        </pc:sldMkLst>
        <pc:spChg chg="mod">
          <ac:chgData name="Gapper, Daniel John" userId="S::daniel.gapper@wsu.edu::e582e753-6f02-4758-be41-ab4006af26d2" providerId="AD" clId="Web-{96990466-59D8-5481-51CF-6CF4C60951BC}" dt="2025-12-09T20:30:33.888" v="77" actId="20577"/>
          <ac:spMkLst>
            <pc:docMk/>
            <pc:sldMk cId="386591970" sldId="257"/>
            <ac:spMk id="4" creationId="{40B4AA4C-57E3-BEB9-6C64-4FCA86F2715E}"/>
          </ac:spMkLst>
        </pc:spChg>
      </pc:sldChg>
      <pc:sldChg chg="modSp">
        <pc:chgData name="Gapper, Daniel John" userId="S::daniel.gapper@wsu.edu::e582e753-6f02-4758-be41-ab4006af26d2" providerId="AD" clId="Web-{96990466-59D8-5481-51CF-6CF4C60951BC}" dt="2025-12-09T20:32:37.951" v="128" actId="20577"/>
        <pc:sldMkLst>
          <pc:docMk/>
          <pc:sldMk cId="1808033256" sldId="259"/>
        </pc:sldMkLst>
        <pc:spChg chg="mod">
          <ac:chgData name="Gapper, Daniel John" userId="S::daniel.gapper@wsu.edu::e582e753-6f02-4758-be41-ab4006af26d2" providerId="AD" clId="Web-{96990466-59D8-5481-51CF-6CF4C60951BC}" dt="2025-12-09T20:32:37.951" v="128" actId="20577"/>
          <ac:spMkLst>
            <pc:docMk/>
            <pc:sldMk cId="1808033256" sldId="259"/>
            <ac:spMk id="3" creationId="{9BEA0CF7-7759-0364-0914-50A0975EE340}"/>
          </ac:spMkLst>
        </pc:spChg>
      </pc:sldChg>
      <pc:sldChg chg="modNotes">
        <pc:chgData name="Gapper, Daniel John" userId="S::daniel.gapper@wsu.edu::e582e753-6f02-4758-be41-ab4006af26d2" providerId="AD" clId="Web-{96990466-59D8-5481-51CF-6CF4C60951BC}" dt="2025-12-09T20:53:11.678" v="218"/>
        <pc:sldMkLst>
          <pc:docMk/>
          <pc:sldMk cId="779991958" sldId="260"/>
        </pc:sldMkLst>
      </pc:sldChg>
      <pc:sldChg chg="modNotes">
        <pc:chgData name="Gapper, Daniel John" userId="S::daniel.gapper@wsu.edu::e582e753-6f02-4758-be41-ab4006af26d2" providerId="AD" clId="Web-{96990466-59D8-5481-51CF-6CF4C60951BC}" dt="2025-12-09T20:56:17.680" v="435"/>
        <pc:sldMkLst>
          <pc:docMk/>
          <pc:sldMk cId="3161580377" sldId="261"/>
        </pc:sldMkLst>
      </pc:sldChg>
      <pc:sldChg chg="modSp">
        <pc:chgData name="Gapper, Daniel John" userId="S::daniel.gapper@wsu.edu::e582e753-6f02-4758-be41-ab4006af26d2" providerId="AD" clId="Web-{96990466-59D8-5481-51CF-6CF4C60951BC}" dt="2025-12-09T20:33:09.826" v="131" actId="20577"/>
        <pc:sldMkLst>
          <pc:docMk/>
          <pc:sldMk cId="717918270" sldId="262"/>
        </pc:sldMkLst>
        <pc:spChg chg="mod">
          <ac:chgData name="Gapper, Daniel John" userId="S::daniel.gapper@wsu.edu::e582e753-6f02-4758-be41-ab4006af26d2" providerId="AD" clId="Web-{96990466-59D8-5481-51CF-6CF4C60951BC}" dt="2025-12-09T20:33:09.826" v="131" actId="20577"/>
          <ac:spMkLst>
            <pc:docMk/>
            <pc:sldMk cId="717918270" sldId="262"/>
            <ac:spMk id="3" creationId="{89DC8118-83FE-52FD-223F-A995D1178C99}"/>
          </ac:spMkLst>
        </pc:spChg>
      </pc:sldChg>
      <pc:sldChg chg="addSp delSp modSp modNotes">
        <pc:chgData name="Gapper, Daniel John" userId="S::daniel.gapper@wsu.edu::e582e753-6f02-4758-be41-ab4006af26d2" providerId="AD" clId="Web-{96990466-59D8-5481-51CF-6CF4C60951BC}" dt="2025-12-09T20:58:49.697" v="595"/>
        <pc:sldMkLst>
          <pc:docMk/>
          <pc:sldMk cId="161518089" sldId="263"/>
        </pc:sldMkLst>
        <pc:spChg chg="mod">
          <ac:chgData name="Gapper, Daniel John" userId="S::daniel.gapper@wsu.edu::e582e753-6f02-4758-be41-ab4006af26d2" providerId="AD" clId="Web-{96990466-59D8-5481-51CF-6CF4C60951BC}" dt="2025-12-09T20:31:28.404" v="123" actId="20577"/>
          <ac:spMkLst>
            <pc:docMk/>
            <pc:sldMk cId="161518089" sldId="263"/>
            <ac:spMk id="2" creationId="{D7A14A29-EF09-D11D-6C80-33B9ABBEFE3D}"/>
          </ac:spMkLst>
        </pc:spChg>
        <pc:spChg chg="del">
          <ac:chgData name="Gapper, Daniel John" userId="S::daniel.gapper@wsu.edu::e582e753-6f02-4758-be41-ab4006af26d2" providerId="AD" clId="Web-{96990466-59D8-5481-51CF-6CF4C60951BC}" dt="2025-12-09T20:22:46.713" v="2"/>
          <ac:spMkLst>
            <pc:docMk/>
            <pc:sldMk cId="161518089" sldId="263"/>
            <ac:spMk id="3" creationId="{EE59026A-6337-FA9D-C40A-97B10313E361}"/>
          </ac:spMkLst>
        </pc:spChg>
        <pc:picChg chg="add mod">
          <ac:chgData name="Gapper, Daniel John" userId="S::daniel.gapper@wsu.edu::e582e753-6f02-4758-be41-ab4006af26d2" providerId="AD" clId="Web-{96990466-59D8-5481-51CF-6CF4C60951BC}" dt="2025-12-09T20:27:42.450" v="70" actId="1076"/>
          <ac:picMkLst>
            <pc:docMk/>
            <pc:sldMk cId="161518089" sldId="263"/>
            <ac:picMk id="3" creationId="{FB0B3C2C-7CE7-B346-FDCA-B99A10984290}"/>
          </ac:picMkLst>
        </pc:picChg>
        <pc:picChg chg="add mod ord">
          <ac:chgData name="Gapper, Daniel John" userId="S::daniel.gapper@wsu.edu::e582e753-6f02-4758-be41-ab4006af26d2" providerId="AD" clId="Web-{96990466-59D8-5481-51CF-6CF4C60951BC}" dt="2025-12-09T20:27:47.184" v="72" actId="14100"/>
          <ac:picMkLst>
            <pc:docMk/>
            <pc:sldMk cId="161518089" sldId="263"/>
            <ac:picMk id="4" creationId="{122226E0-BD18-5265-C3FF-11FED68E355F}"/>
          </ac:picMkLst>
        </pc:picChg>
        <pc:picChg chg="add mod">
          <ac:chgData name="Gapper, Daniel John" userId="S::daniel.gapper@wsu.edu::e582e753-6f02-4758-be41-ab4006af26d2" providerId="AD" clId="Web-{96990466-59D8-5481-51CF-6CF4C60951BC}" dt="2025-12-09T20:27:45.090" v="71" actId="14100"/>
          <ac:picMkLst>
            <pc:docMk/>
            <pc:sldMk cId="161518089" sldId="263"/>
            <ac:picMk id="5" creationId="{0E7CC396-BA04-DB78-E828-EBC77409C2B4}"/>
          </ac:picMkLst>
        </pc:picChg>
        <pc:picChg chg="add del mod">
          <ac:chgData name="Gapper, Daniel John" userId="S::daniel.gapper@wsu.edu::e582e753-6f02-4758-be41-ab4006af26d2" providerId="AD" clId="Web-{96990466-59D8-5481-51CF-6CF4C60951BC}" dt="2025-12-09T20:27:28.231" v="64"/>
          <ac:picMkLst>
            <pc:docMk/>
            <pc:sldMk cId="161518089" sldId="263"/>
            <ac:picMk id="6" creationId="{53DB1CAA-4352-E445-E4A2-BE799E8AF9A4}"/>
          </ac:picMkLst>
        </pc:picChg>
      </pc:sldChg>
      <pc:sldChg chg="modNotes">
        <pc:chgData name="Gapper, Daniel John" userId="S::daniel.gapper@wsu.edu::e582e753-6f02-4758-be41-ab4006af26d2" providerId="AD" clId="Web-{96990466-59D8-5481-51CF-6CF4C60951BC}" dt="2025-12-09T20:52:16.209" v="212"/>
        <pc:sldMkLst>
          <pc:docMk/>
          <pc:sldMk cId="317991606" sldId="264"/>
        </pc:sldMkLst>
      </pc:sldChg>
      <pc:sldChg chg="modSp">
        <pc:chgData name="Gapper, Daniel John" userId="S::daniel.gapper@wsu.edu::e582e753-6f02-4758-be41-ab4006af26d2" providerId="AD" clId="Web-{96990466-59D8-5481-51CF-6CF4C60951BC}" dt="2025-12-09T20:34:23.342" v="204" actId="20577"/>
        <pc:sldMkLst>
          <pc:docMk/>
          <pc:sldMk cId="1107236365" sldId="266"/>
        </pc:sldMkLst>
        <pc:spChg chg="mod">
          <ac:chgData name="Gapper, Daniel John" userId="S::daniel.gapper@wsu.edu::e582e753-6f02-4758-be41-ab4006af26d2" providerId="AD" clId="Web-{96990466-59D8-5481-51CF-6CF4C60951BC}" dt="2025-12-09T20:34:23.342" v="204" actId="20577"/>
          <ac:spMkLst>
            <pc:docMk/>
            <pc:sldMk cId="1107236365" sldId="266"/>
            <ac:spMk id="3" creationId="{40CE604F-A7FA-ACBD-6242-B0CE2BAF158F}"/>
          </ac:spMkLst>
        </pc:spChg>
      </pc:sldChg>
      <pc:sldChg chg="modSp modNotes">
        <pc:chgData name="Gapper, Daniel John" userId="S::daniel.gapper@wsu.edu::e582e753-6f02-4758-be41-ab4006af26d2" providerId="AD" clId="Web-{96990466-59D8-5481-51CF-6CF4C60951BC}" dt="2025-12-09T20:59:20.354" v="602" actId="20577"/>
        <pc:sldMkLst>
          <pc:docMk/>
          <pc:sldMk cId="3645107737" sldId="268"/>
        </pc:sldMkLst>
        <pc:spChg chg="mod">
          <ac:chgData name="Gapper, Daniel John" userId="S::daniel.gapper@wsu.edu::e582e753-6f02-4758-be41-ab4006af26d2" providerId="AD" clId="Web-{96990466-59D8-5481-51CF-6CF4C60951BC}" dt="2025-12-09T20:59:20.354" v="602" actId="20577"/>
          <ac:spMkLst>
            <pc:docMk/>
            <pc:sldMk cId="3645107737" sldId="268"/>
            <ac:spMk id="3" creationId="{DCEBB387-0F99-F3ED-05E4-0861C1AF6D14}"/>
          </ac:spMkLst>
        </pc:spChg>
      </pc:sldChg>
      <pc:sldChg chg="addSp delSp modSp mod setBg">
        <pc:chgData name="Gapper, Daniel John" userId="S::daniel.gapper@wsu.edu::e582e753-6f02-4758-be41-ab4006af26d2" providerId="AD" clId="Web-{96990466-59D8-5481-51CF-6CF4C60951BC}" dt="2025-12-09T20:35:09.639" v="206"/>
        <pc:sldMkLst>
          <pc:docMk/>
          <pc:sldMk cId="76734977" sldId="270"/>
        </pc:sldMkLst>
        <pc:spChg chg="mod">
          <ac:chgData name="Gapper, Daniel John" userId="S::daniel.gapper@wsu.edu::e582e753-6f02-4758-be41-ab4006af26d2" providerId="AD" clId="Web-{96990466-59D8-5481-51CF-6CF4C60951BC}" dt="2025-12-09T20:35:09.639" v="206"/>
          <ac:spMkLst>
            <pc:docMk/>
            <pc:sldMk cId="76734977" sldId="270"/>
            <ac:spMk id="2" creationId="{E68C53B9-EC17-9D7C-4357-4ECEEF86D027}"/>
          </ac:spMkLst>
        </pc:spChg>
        <pc:spChg chg="del">
          <ac:chgData name="Gapper, Daniel John" userId="S::daniel.gapper@wsu.edu::e582e753-6f02-4758-be41-ab4006af26d2" providerId="AD" clId="Web-{96990466-59D8-5481-51CF-6CF4C60951BC}" dt="2025-12-09T20:35:00.717" v="205"/>
          <ac:spMkLst>
            <pc:docMk/>
            <pc:sldMk cId="76734977" sldId="270"/>
            <ac:spMk id="3" creationId="{1AB397C4-B199-CC82-2AB4-05ABD1D0F7DE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5:09.639" v="206"/>
          <ac:spMkLst>
            <pc:docMk/>
            <pc:sldMk cId="76734977" sldId="270"/>
            <ac:spMk id="7" creationId="{6F5A5072-7B47-4D32-B52A-4EBBF590B8A5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5:09.639" v="206"/>
          <ac:spMkLst>
            <pc:docMk/>
            <pc:sldMk cId="76734977" sldId="270"/>
            <ac:spMk id="9" creationId="{9715DAF0-AE1B-46C9-8A6B-DB2AA05AB91D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5:09.639" v="206"/>
          <ac:spMkLst>
            <pc:docMk/>
            <pc:sldMk cId="76734977" sldId="270"/>
            <ac:spMk id="11" creationId="{6016219D-510E-4184-9090-6D5578A87BD1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5:09.639" v="206"/>
          <ac:spMkLst>
            <pc:docMk/>
            <pc:sldMk cId="76734977" sldId="270"/>
            <ac:spMk id="13" creationId="{AFF4A713-7B75-4B21-90D7-5AB19547C728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5:09.639" v="206"/>
          <ac:spMkLst>
            <pc:docMk/>
            <pc:sldMk cId="76734977" sldId="270"/>
            <ac:spMk id="15" creationId="{DC631C0B-6DA6-4E57-8231-CE32B3434A7E}"/>
          </ac:spMkLst>
        </pc:spChg>
        <pc:spChg chg="add">
          <ac:chgData name="Gapper, Daniel John" userId="S::daniel.gapper@wsu.edu::e582e753-6f02-4758-be41-ab4006af26d2" providerId="AD" clId="Web-{96990466-59D8-5481-51CF-6CF4C60951BC}" dt="2025-12-09T20:35:09.639" v="206"/>
          <ac:spMkLst>
            <pc:docMk/>
            <pc:sldMk cId="76734977" sldId="270"/>
            <ac:spMk id="17" creationId="{C29501E6-A978-4A61-9689-9085AF97A53A}"/>
          </ac:spMkLst>
        </pc:spChg>
      </pc:sldChg>
      <pc:sldChg chg="addSp delSp modSp add replId modNotes">
        <pc:chgData name="Gapper, Daniel John" userId="S::daniel.gapper@wsu.edu::e582e753-6f02-4758-be41-ab4006af26d2" providerId="AD" clId="Web-{96990466-59D8-5481-51CF-6CF4C60951BC}" dt="2025-12-09T20:58:02.447" v="567"/>
        <pc:sldMkLst>
          <pc:docMk/>
          <pc:sldMk cId="211862870" sldId="271"/>
        </pc:sldMkLst>
        <pc:spChg chg="mod">
          <ac:chgData name="Gapper, Daniel John" userId="S::daniel.gapper@wsu.edu::e582e753-6f02-4758-be41-ab4006af26d2" providerId="AD" clId="Web-{96990466-59D8-5481-51CF-6CF4C60951BC}" dt="2025-12-09T20:31:21.372" v="113" actId="20577"/>
          <ac:spMkLst>
            <pc:docMk/>
            <pc:sldMk cId="211862870" sldId="271"/>
            <ac:spMk id="2" creationId="{C4E03549-2430-F825-565A-FCC50D6D8045}"/>
          </ac:spMkLst>
        </pc:spChg>
        <pc:spChg chg="add del mod">
          <ac:chgData name="Gapper, Daniel John" userId="S::daniel.gapper@wsu.edu::e582e753-6f02-4758-be41-ab4006af26d2" providerId="AD" clId="Web-{96990466-59D8-5481-51CF-6CF4C60951BC}" dt="2025-12-09T20:24:25.480" v="24"/>
          <ac:spMkLst>
            <pc:docMk/>
            <pc:sldMk cId="211862870" sldId="271"/>
            <ac:spMk id="7" creationId="{C9BC0A84-8F10-7A5D-9EA3-2E9F23B16189}"/>
          </ac:spMkLst>
        </pc:spChg>
        <pc:picChg chg="del">
          <ac:chgData name="Gapper, Daniel John" userId="S::daniel.gapper@wsu.edu::e582e753-6f02-4758-be41-ab4006af26d2" providerId="AD" clId="Web-{96990466-59D8-5481-51CF-6CF4C60951BC}" dt="2025-12-09T20:23:48.854" v="23"/>
          <ac:picMkLst>
            <pc:docMk/>
            <pc:sldMk cId="211862870" sldId="271"/>
            <ac:picMk id="4" creationId="{E862C568-3306-6189-9EAD-059F5BCFFC2D}"/>
          </ac:picMkLst>
        </pc:picChg>
        <pc:picChg chg="del">
          <ac:chgData name="Gapper, Daniel John" userId="S::daniel.gapper@wsu.edu::e582e753-6f02-4758-be41-ab4006af26d2" providerId="AD" clId="Web-{96990466-59D8-5481-51CF-6CF4C60951BC}" dt="2025-12-09T20:23:47.511" v="22"/>
          <ac:picMkLst>
            <pc:docMk/>
            <pc:sldMk cId="211862870" sldId="271"/>
            <ac:picMk id="5" creationId="{93C6D3E7-C8E0-5037-5CEA-1AAFF0745E51}"/>
          </ac:picMkLst>
        </pc:picChg>
        <pc:picChg chg="del">
          <ac:chgData name="Gapper, Daniel John" userId="S::daniel.gapper@wsu.edu::e582e753-6f02-4758-be41-ab4006af26d2" providerId="AD" clId="Web-{96990466-59D8-5481-51CF-6CF4C60951BC}" dt="2025-12-09T20:23:46.761" v="21"/>
          <ac:picMkLst>
            <pc:docMk/>
            <pc:sldMk cId="211862870" sldId="271"/>
            <ac:picMk id="6" creationId="{48C67F49-00DA-A2DE-AAEE-D472EECA278D}"/>
          </ac:picMkLst>
        </pc:picChg>
        <pc:picChg chg="add mod ord">
          <ac:chgData name="Gapper, Daniel John" userId="S::daniel.gapper@wsu.edu::e582e753-6f02-4758-be41-ab4006af26d2" providerId="AD" clId="Web-{96990466-59D8-5481-51CF-6CF4C60951BC}" dt="2025-12-09T20:25:23.902" v="62" actId="1076"/>
          <ac:picMkLst>
            <pc:docMk/>
            <pc:sldMk cId="211862870" sldId="271"/>
            <ac:picMk id="8" creationId="{DF63470F-7BD0-7735-6396-4E1724F9581C}"/>
          </ac:picMkLst>
        </pc:picChg>
        <pc:picChg chg="add mod">
          <ac:chgData name="Gapper, Daniel John" userId="S::daniel.gapper@wsu.edu::e582e753-6f02-4758-be41-ab4006af26d2" providerId="AD" clId="Web-{96990466-59D8-5481-51CF-6CF4C60951BC}" dt="2025-12-09T20:25:19.855" v="60" actId="1076"/>
          <ac:picMkLst>
            <pc:docMk/>
            <pc:sldMk cId="211862870" sldId="271"/>
            <ac:picMk id="9" creationId="{0586C4FF-F75A-249A-D295-4CA35C8D52E6}"/>
          </ac:picMkLst>
        </pc:picChg>
        <pc:picChg chg="add mod">
          <ac:chgData name="Gapper, Daniel John" userId="S::daniel.gapper@wsu.edu::e582e753-6f02-4758-be41-ab4006af26d2" providerId="AD" clId="Web-{96990466-59D8-5481-51CF-6CF4C60951BC}" dt="2025-12-09T20:27:57.887" v="74" actId="1076"/>
          <ac:picMkLst>
            <pc:docMk/>
            <pc:sldMk cId="211862870" sldId="271"/>
            <ac:picMk id="10" creationId="{A15029B2-6A61-D71F-EB41-6CAF1588AFAA}"/>
          </ac:picMkLst>
        </pc:picChg>
        <pc:picChg chg="add del mod">
          <ac:chgData name="Gapper, Daniel John" userId="S::daniel.gapper@wsu.edu::e582e753-6f02-4758-be41-ab4006af26d2" providerId="AD" clId="Web-{96990466-59D8-5481-51CF-6CF4C60951BC}" dt="2025-12-09T20:27:36.262" v="68"/>
          <ac:picMkLst>
            <pc:docMk/>
            <pc:sldMk cId="211862870" sldId="271"/>
            <ac:picMk id="11" creationId="{C29F9CA8-198D-4381-6ADE-32A72632FFBA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6F5658-8584-40D5-BD28-49626AECDC99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0F37C1D-C298-411D-A130-63F7F8540D56}">
      <dgm:prSet/>
      <dgm:spPr/>
      <dgm:t>
        <a:bodyPr/>
        <a:lstStyle/>
        <a:p>
          <a:r>
            <a:rPr lang="en-US"/>
            <a:t>Compare model performance on clean vs. irregular (noisy) datasets</a:t>
          </a:r>
        </a:p>
      </dgm:t>
    </dgm:pt>
    <dgm:pt modelId="{B55096AF-FBCE-405E-8547-D3758265290D}" type="parTrans" cxnId="{3E055273-B184-44A2-8E59-0D7C3D6A7DB9}">
      <dgm:prSet/>
      <dgm:spPr/>
      <dgm:t>
        <a:bodyPr/>
        <a:lstStyle/>
        <a:p>
          <a:endParaRPr lang="en-US"/>
        </a:p>
      </dgm:t>
    </dgm:pt>
    <dgm:pt modelId="{9C875DF9-5270-41C8-94AE-0C65E0C2CFEB}" type="sibTrans" cxnId="{3E055273-B184-44A2-8E59-0D7C3D6A7DB9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F151E22-FC7D-466A-AC80-8A2DCC4A7051}">
      <dgm:prSet/>
      <dgm:spPr/>
      <dgm:t>
        <a:bodyPr/>
        <a:lstStyle/>
        <a:p>
          <a:r>
            <a:rPr lang="en-US"/>
            <a:t>Evaluate generalization across domains (clean to unclean, unclean to clean)</a:t>
          </a:r>
        </a:p>
      </dgm:t>
    </dgm:pt>
    <dgm:pt modelId="{F288F858-F7DB-40A9-BB84-BB283A1D867A}" type="parTrans" cxnId="{74768C2B-9BAE-41B3-8EFD-28950CA30FF4}">
      <dgm:prSet/>
      <dgm:spPr/>
      <dgm:t>
        <a:bodyPr/>
        <a:lstStyle/>
        <a:p>
          <a:endParaRPr lang="en-US"/>
        </a:p>
      </dgm:t>
    </dgm:pt>
    <dgm:pt modelId="{0E3947F9-2BDA-4432-9214-D50708363FC0}" type="sibTrans" cxnId="{74768C2B-9BAE-41B3-8EFD-28950CA30FF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2031FC1-43AD-4414-BD0F-841E97DB6F5D}">
      <dgm:prSet/>
      <dgm:spPr/>
      <dgm:t>
        <a:bodyPr/>
        <a:lstStyle/>
        <a:p>
          <a:r>
            <a:rPr lang="en-US"/>
            <a:t>Test transfer learning to improve cross-domain robustness</a:t>
          </a:r>
        </a:p>
      </dgm:t>
    </dgm:pt>
    <dgm:pt modelId="{8871906A-5773-4195-AB7E-C0066A719A10}" type="parTrans" cxnId="{A4C4EC88-DE64-4E45-BEEC-A96D4D4EF302}">
      <dgm:prSet/>
      <dgm:spPr/>
      <dgm:t>
        <a:bodyPr/>
        <a:lstStyle/>
        <a:p>
          <a:endParaRPr lang="en-US"/>
        </a:p>
      </dgm:t>
    </dgm:pt>
    <dgm:pt modelId="{A9B5026A-582D-439E-9EB5-55488518DD66}" type="sibTrans" cxnId="{A4C4EC88-DE64-4E45-BEEC-A96D4D4EF302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58597E9-E241-4804-9AB4-5B0F57A453EE}">
      <dgm:prSet/>
      <dgm:spPr/>
      <dgm:t>
        <a:bodyPr/>
        <a:lstStyle/>
        <a:p>
          <a:r>
            <a:rPr lang="en-US"/>
            <a:t>Understand limitations of synthetic data</a:t>
          </a:r>
        </a:p>
      </dgm:t>
    </dgm:pt>
    <dgm:pt modelId="{47234829-ADDE-44BF-8486-08A77285ED1F}" type="parTrans" cxnId="{7F527695-8EB0-42D9-B944-9754FD8128CB}">
      <dgm:prSet/>
      <dgm:spPr/>
      <dgm:t>
        <a:bodyPr/>
        <a:lstStyle/>
        <a:p>
          <a:endParaRPr lang="en-US"/>
        </a:p>
      </dgm:t>
    </dgm:pt>
    <dgm:pt modelId="{407DBBC5-8B7C-40F3-ABD9-A02ADE2B6FA1}" type="sibTrans" cxnId="{7F527695-8EB0-42D9-B944-9754FD8128C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E94ADC2C-EFAA-4DEE-AFE4-B3302732BD50}" type="pres">
      <dgm:prSet presAssocID="{AA6F5658-8584-40D5-BD28-49626AECDC99}" presName="Name0" presStyleCnt="0">
        <dgm:presLayoutVars>
          <dgm:animLvl val="lvl"/>
          <dgm:resizeHandles val="exact"/>
        </dgm:presLayoutVars>
      </dgm:prSet>
      <dgm:spPr/>
    </dgm:pt>
    <dgm:pt modelId="{2D87C516-E2A7-481E-984A-8E48C9E5AA45}" type="pres">
      <dgm:prSet presAssocID="{70F37C1D-C298-411D-A130-63F7F8540D56}" presName="compositeNode" presStyleCnt="0">
        <dgm:presLayoutVars>
          <dgm:bulletEnabled val="1"/>
        </dgm:presLayoutVars>
      </dgm:prSet>
      <dgm:spPr/>
    </dgm:pt>
    <dgm:pt modelId="{D2EB9BD0-14ED-4398-9E76-FB5DDBCA3F49}" type="pres">
      <dgm:prSet presAssocID="{70F37C1D-C298-411D-A130-63F7F8540D56}" presName="bgRect" presStyleLbl="bgAccFollowNode1" presStyleIdx="0" presStyleCnt="4"/>
      <dgm:spPr/>
    </dgm:pt>
    <dgm:pt modelId="{6839D161-A908-4084-AE6F-10CAB4356B01}" type="pres">
      <dgm:prSet presAssocID="{9C875DF9-5270-41C8-94AE-0C65E0C2CFEB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152BDC95-D167-4FE6-9132-C636985E80C8}" type="pres">
      <dgm:prSet presAssocID="{70F37C1D-C298-411D-A130-63F7F8540D56}" presName="bottomLine" presStyleLbl="alignNode1" presStyleIdx="1" presStyleCnt="8">
        <dgm:presLayoutVars/>
      </dgm:prSet>
      <dgm:spPr/>
    </dgm:pt>
    <dgm:pt modelId="{0EB5DC02-7CCB-4A85-8128-7C20B6A8F80D}" type="pres">
      <dgm:prSet presAssocID="{70F37C1D-C298-411D-A130-63F7F8540D56}" presName="nodeText" presStyleLbl="bgAccFollowNode1" presStyleIdx="0" presStyleCnt="4">
        <dgm:presLayoutVars>
          <dgm:bulletEnabled val="1"/>
        </dgm:presLayoutVars>
      </dgm:prSet>
      <dgm:spPr/>
    </dgm:pt>
    <dgm:pt modelId="{0FF7B382-50E1-4292-A737-84C6EC10EF0E}" type="pres">
      <dgm:prSet presAssocID="{9C875DF9-5270-41C8-94AE-0C65E0C2CFEB}" presName="sibTrans" presStyleCnt="0"/>
      <dgm:spPr/>
    </dgm:pt>
    <dgm:pt modelId="{24A562F1-16B7-40B5-8E69-C941621E23CC}" type="pres">
      <dgm:prSet presAssocID="{4F151E22-FC7D-466A-AC80-8A2DCC4A7051}" presName="compositeNode" presStyleCnt="0">
        <dgm:presLayoutVars>
          <dgm:bulletEnabled val="1"/>
        </dgm:presLayoutVars>
      </dgm:prSet>
      <dgm:spPr/>
    </dgm:pt>
    <dgm:pt modelId="{963EC8F3-29E1-4805-B94D-31194BF1DD6E}" type="pres">
      <dgm:prSet presAssocID="{4F151E22-FC7D-466A-AC80-8A2DCC4A7051}" presName="bgRect" presStyleLbl="bgAccFollowNode1" presStyleIdx="1" presStyleCnt="4"/>
      <dgm:spPr/>
    </dgm:pt>
    <dgm:pt modelId="{A40D0C98-9721-41CC-896B-5461234B221D}" type="pres">
      <dgm:prSet presAssocID="{0E3947F9-2BDA-4432-9214-D50708363FC0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72D92933-D528-4E9D-8EBA-9F4ED413EBBE}" type="pres">
      <dgm:prSet presAssocID="{4F151E22-FC7D-466A-AC80-8A2DCC4A7051}" presName="bottomLine" presStyleLbl="alignNode1" presStyleIdx="3" presStyleCnt="8">
        <dgm:presLayoutVars/>
      </dgm:prSet>
      <dgm:spPr/>
    </dgm:pt>
    <dgm:pt modelId="{07468949-AFFF-461B-8B66-F0CA8E2EE10B}" type="pres">
      <dgm:prSet presAssocID="{4F151E22-FC7D-466A-AC80-8A2DCC4A7051}" presName="nodeText" presStyleLbl="bgAccFollowNode1" presStyleIdx="1" presStyleCnt="4">
        <dgm:presLayoutVars>
          <dgm:bulletEnabled val="1"/>
        </dgm:presLayoutVars>
      </dgm:prSet>
      <dgm:spPr/>
    </dgm:pt>
    <dgm:pt modelId="{0A81A445-EF55-4CFE-A85C-75130C5161B4}" type="pres">
      <dgm:prSet presAssocID="{0E3947F9-2BDA-4432-9214-D50708363FC0}" presName="sibTrans" presStyleCnt="0"/>
      <dgm:spPr/>
    </dgm:pt>
    <dgm:pt modelId="{08584892-7BFB-486B-B1DA-3D821474218C}" type="pres">
      <dgm:prSet presAssocID="{92031FC1-43AD-4414-BD0F-841E97DB6F5D}" presName="compositeNode" presStyleCnt="0">
        <dgm:presLayoutVars>
          <dgm:bulletEnabled val="1"/>
        </dgm:presLayoutVars>
      </dgm:prSet>
      <dgm:spPr/>
    </dgm:pt>
    <dgm:pt modelId="{12D3A687-8D88-4447-B68C-942F9B651352}" type="pres">
      <dgm:prSet presAssocID="{92031FC1-43AD-4414-BD0F-841E97DB6F5D}" presName="bgRect" presStyleLbl="bgAccFollowNode1" presStyleIdx="2" presStyleCnt="4"/>
      <dgm:spPr/>
    </dgm:pt>
    <dgm:pt modelId="{5A78805C-E7B7-425A-BCBA-0F1B2FAEEECC}" type="pres">
      <dgm:prSet presAssocID="{A9B5026A-582D-439E-9EB5-55488518DD66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4C69FAD1-D132-4C8C-A82A-AF3898F01823}" type="pres">
      <dgm:prSet presAssocID="{92031FC1-43AD-4414-BD0F-841E97DB6F5D}" presName="bottomLine" presStyleLbl="alignNode1" presStyleIdx="5" presStyleCnt="8">
        <dgm:presLayoutVars/>
      </dgm:prSet>
      <dgm:spPr/>
    </dgm:pt>
    <dgm:pt modelId="{48BADC21-B860-4C78-9605-F9A3BF0E2FF2}" type="pres">
      <dgm:prSet presAssocID="{92031FC1-43AD-4414-BD0F-841E97DB6F5D}" presName="nodeText" presStyleLbl="bgAccFollowNode1" presStyleIdx="2" presStyleCnt="4">
        <dgm:presLayoutVars>
          <dgm:bulletEnabled val="1"/>
        </dgm:presLayoutVars>
      </dgm:prSet>
      <dgm:spPr/>
    </dgm:pt>
    <dgm:pt modelId="{BAAA9F86-77C2-49AD-B884-FA1DCCA5B771}" type="pres">
      <dgm:prSet presAssocID="{A9B5026A-582D-439E-9EB5-55488518DD66}" presName="sibTrans" presStyleCnt="0"/>
      <dgm:spPr/>
    </dgm:pt>
    <dgm:pt modelId="{EE860816-53C9-48BF-93DE-65A20D9E4C17}" type="pres">
      <dgm:prSet presAssocID="{B58597E9-E241-4804-9AB4-5B0F57A453EE}" presName="compositeNode" presStyleCnt="0">
        <dgm:presLayoutVars>
          <dgm:bulletEnabled val="1"/>
        </dgm:presLayoutVars>
      </dgm:prSet>
      <dgm:spPr/>
    </dgm:pt>
    <dgm:pt modelId="{C4299044-4C5E-4309-9A86-F5D3BC124D2B}" type="pres">
      <dgm:prSet presAssocID="{B58597E9-E241-4804-9AB4-5B0F57A453EE}" presName="bgRect" presStyleLbl="bgAccFollowNode1" presStyleIdx="3" presStyleCnt="4"/>
      <dgm:spPr/>
    </dgm:pt>
    <dgm:pt modelId="{C63D3751-92C8-4CD0-A728-51645E862D7B}" type="pres">
      <dgm:prSet presAssocID="{407DBBC5-8B7C-40F3-ABD9-A02ADE2B6FA1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B56B490F-5C99-45CC-ACA2-BCABE89D4054}" type="pres">
      <dgm:prSet presAssocID="{B58597E9-E241-4804-9AB4-5B0F57A453EE}" presName="bottomLine" presStyleLbl="alignNode1" presStyleIdx="7" presStyleCnt="8">
        <dgm:presLayoutVars/>
      </dgm:prSet>
      <dgm:spPr/>
    </dgm:pt>
    <dgm:pt modelId="{48AC3A06-2396-4697-905D-44D8E481A792}" type="pres">
      <dgm:prSet presAssocID="{B58597E9-E241-4804-9AB4-5B0F57A453EE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C7281B1A-F55A-4A50-B169-2CA4AFF1B0CA}" type="presOf" srcId="{70F37C1D-C298-411D-A130-63F7F8540D56}" destId="{0EB5DC02-7CCB-4A85-8128-7C20B6A8F80D}" srcOrd="1" destOrd="0" presId="urn:microsoft.com/office/officeart/2016/7/layout/BasicLinearProcessNumbered"/>
    <dgm:cxn modelId="{97C4951F-6A8C-4360-B03F-1E440D64030E}" type="presOf" srcId="{4F151E22-FC7D-466A-AC80-8A2DCC4A7051}" destId="{963EC8F3-29E1-4805-B94D-31194BF1DD6E}" srcOrd="0" destOrd="0" presId="urn:microsoft.com/office/officeart/2016/7/layout/BasicLinearProcessNumbered"/>
    <dgm:cxn modelId="{74768C2B-9BAE-41B3-8EFD-28950CA30FF4}" srcId="{AA6F5658-8584-40D5-BD28-49626AECDC99}" destId="{4F151E22-FC7D-466A-AC80-8A2DCC4A7051}" srcOrd="1" destOrd="0" parTransId="{F288F858-F7DB-40A9-BB84-BB283A1D867A}" sibTransId="{0E3947F9-2BDA-4432-9214-D50708363FC0}"/>
    <dgm:cxn modelId="{A2F7F35C-E374-42A3-9383-6A2CC39FD15C}" type="presOf" srcId="{407DBBC5-8B7C-40F3-ABD9-A02ADE2B6FA1}" destId="{C63D3751-92C8-4CD0-A728-51645E862D7B}" srcOrd="0" destOrd="0" presId="urn:microsoft.com/office/officeart/2016/7/layout/BasicLinearProcessNumbered"/>
    <dgm:cxn modelId="{B460086E-819D-41E1-A2B4-66D025A39CC7}" type="presOf" srcId="{0E3947F9-2BDA-4432-9214-D50708363FC0}" destId="{A40D0C98-9721-41CC-896B-5461234B221D}" srcOrd="0" destOrd="0" presId="urn:microsoft.com/office/officeart/2016/7/layout/BasicLinearProcessNumbered"/>
    <dgm:cxn modelId="{BECDF951-95D2-46C8-8381-F0BB75E7C3AD}" type="presOf" srcId="{4F151E22-FC7D-466A-AC80-8A2DCC4A7051}" destId="{07468949-AFFF-461B-8B66-F0CA8E2EE10B}" srcOrd="1" destOrd="0" presId="urn:microsoft.com/office/officeart/2016/7/layout/BasicLinearProcessNumbered"/>
    <dgm:cxn modelId="{3E055273-B184-44A2-8E59-0D7C3D6A7DB9}" srcId="{AA6F5658-8584-40D5-BD28-49626AECDC99}" destId="{70F37C1D-C298-411D-A130-63F7F8540D56}" srcOrd="0" destOrd="0" parTransId="{B55096AF-FBCE-405E-8547-D3758265290D}" sibTransId="{9C875DF9-5270-41C8-94AE-0C65E0C2CFEB}"/>
    <dgm:cxn modelId="{A5EEFC7B-F1D4-495F-A3A3-795BFC92D227}" type="presOf" srcId="{70F37C1D-C298-411D-A130-63F7F8540D56}" destId="{D2EB9BD0-14ED-4398-9E76-FB5DDBCA3F49}" srcOrd="0" destOrd="0" presId="urn:microsoft.com/office/officeart/2016/7/layout/BasicLinearProcessNumbered"/>
    <dgm:cxn modelId="{52A2D87C-AD1F-4BB3-8B27-86C29A68E8E1}" type="presOf" srcId="{A9B5026A-582D-439E-9EB5-55488518DD66}" destId="{5A78805C-E7B7-425A-BCBA-0F1B2FAEEECC}" srcOrd="0" destOrd="0" presId="urn:microsoft.com/office/officeart/2016/7/layout/BasicLinearProcessNumbered"/>
    <dgm:cxn modelId="{E3511D7E-9DF4-46FE-9D1E-1B49D06C0618}" type="presOf" srcId="{9C875DF9-5270-41C8-94AE-0C65E0C2CFEB}" destId="{6839D161-A908-4084-AE6F-10CAB4356B01}" srcOrd="0" destOrd="0" presId="urn:microsoft.com/office/officeart/2016/7/layout/BasicLinearProcessNumbered"/>
    <dgm:cxn modelId="{A4C4EC88-DE64-4E45-BEEC-A96D4D4EF302}" srcId="{AA6F5658-8584-40D5-BD28-49626AECDC99}" destId="{92031FC1-43AD-4414-BD0F-841E97DB6F5D}" srcOrd="2" destOrd="0" parTransId="{8871906A-5773-4195-AB7E-C0066A719A10}" sibTransId="{A9B5026A-582D-439E-9EB5-55488518DD66}"/>
    <dgm:cxn modelId="{D7B65B8E-4408-411C-B67A-B54E93E4B1F9}" type="presOf" srcId="{92031FC1-43AD-4414-BD0F-841E97DB6F5D}" destId="{12D3A687-8D88-4447-B68C-942F9B651352}" srcOrd="0" destOrd="0" presId="urn:microsoft.com/office/officeart/2016/7/layout/BasicLinearProcessNumbered"/>
    <dgm:cxn modelId="{BE7D3193-E93C-401C-94D7-C94805A66674}" type="presOf" srcId="{92031FC1-43AD-4414-BD0F-841E97DB6F5D}" destId="{48BADC21-B860-4C78-9605-F9A3BF0E2FF2}" srcOrd="1" destOrd="0" presId="urn:microsoft.com/office/officeart/2016/7/layout/BasicLinearProcessNumbered"/>
    <dgm:cxn modelId="{7F527695-8EB0-42D9-B944-9754FD8128CB}" srcId="{AA6F5658-8584-40D5-BD28-49626AECDC99}" destId="{B58597E9-E241-4804-9AB4-5B0F57A453EE}" srcOrd="3" destOrd="0" parTransId="{47234829-ADDE-44BF-8486-08A77285ED1F}" sibTransId="{407DBBC5-8B7C-40F3-ABD9-A02ADE2B6FA1}"/>
    <dgm:cxn modelId="{DD020E96-09D9-4DEE-A688-58B1842DC41C}" type="presOf" srcId="{B58597E9-E241-4804-9AB4-5B0F57A453EE}" destId="{48AC3A06-2396-4697-905D-44D8E481A792}" srcOrd="1" destOrd="0" presId="urn:microsoft.com/office/officeart/2016/7/layout/BasicLinearProcessNumbered"/>
    <dgm:cxn modelId="{3F18DB9F-6EC2-4F16-A2E0-95313B0CA4A0}" type="presOf" srcId="{AA6F5658-8584-40D5-BD28-49626AECDC99}" destId="{E94ADC2C-EFAA-4DEE-AFE4-B3302732BD50}" srcOrd="0" destOrd="0" presId="urn:microsoft.com/office/officeart/2016/7/layout/BasicLinearProcessNumbered"/>
    <dgm:cxn modelId="{3EB401D6-7746-4514-9D84-3C23E4A83B45}" type="presOf" srcId="{B58597E9-E241-4804-9AB4-5B0F57A453EE}" destId="{C4299044-4C5E-4309-9A86-F5D3BC124D2B}" srcOrd="0" destOrd="0" presId="urn:microsoft.com/office/officeart/2016/7/layout/BasicLinearProcessNumbered"/>
    <dgm:cxn modelId="{6214C5BA-3F2D-4BED-81C4-E268CA1EBE38}" type="presParOf" srcId="{E94ADC2C-EFAA-4DEE-AFE4-B3302732BD50}" destId="{2D87C516-E2A7-481E-984A-8E48C9E5AA45}" srcOrd="0" destOrd="0" presId="urn:microsoft.com/office/officeart/2016/7/layout/BasicLinearProcessNumbered"/>
    <dgm:cxn modelId="{E9D836B9-79D4-4ACC-81A9-A44E0422CB46}" type="presParOf" srcId="{2D87C516-E2A7-481E-984A-8E48C9E5AA45}" destId="{D2EB9BD0-14ED-4398-9E76-FB5DDBCA3F49}" srcOrd="0" destOrd="0" presId="urn:microsoft.com/office/officeart/2016/7/layout/BasicLinearProcessNumbered"/>
    <dgm:cxn modelId="{4A7A9C2A-59ED-4134-B608-DFF1C3431183}" type="presParOf" srcId="{2D87C516-E2A7-481E-984A-8E48C9E5AA45}" destId="{6839D161-A908-4084-AE6F-10CAB4356B01}" srcOrd="1" destOrd="0" presId="urn:microsoft.com/office/officeart/2016/7/layout/BasicLinearProcessNumbered"/>
    <dgm:cxn modelId="{EF7E9F66-DC57-4AAF-92C2-A8FA59D7EA08}" type="presParOf" srcId="{2D87C516-E2A7-481E-984A-8E48C9E5AA45}" destId="{152BDC95-D167-4FE6-9132-C636985E80C8}" srcOrd="2" destOrd="0" presId="urn:microsoft.com/office/officeart/2016/7/layout/BasicLinearProcessNumbered"/>
    <dgm:cxn modelId="{356F1560-46E1-4F86-AC63-36426026EA52}" type="presParOf" srcId="{2D87C516-E2A7-481E-984A-8E48C9E5AA45}" destId="{0EB5DC02-7CCB-4A85-8128-7C20B6A8F80D}" srcOrd="3" destOrd="0" presId="urn:microsoft.com/office/officeart/2016/7/layout/BasicLinearProcessNumbered"/>
    <dgm:cxn modelId="{0BAE45A8-53FF-4DC2-B2CE-9FD2843114A0}" type="presParOf" srcId="{E94ADC2C-EFAA-4DEE-AFE4-B3302732BD50}" destId="{0FF7B382-50E1-4292-A737-84C6EC10EF0E}" srcOrd="1" destOrd="0" presId="urn:microsoft.com/office/officeart/2016/7/layout/BasicLinearProcessNumbered"/>
    <dgm:cxn modelId="{1D2ECD42-48F9-4C57-AF23-54C81F2715E3}" type="presParOf" srcId="{E94ADC2C-EFAA-4DEE-AFE4-B3302732BD50}" destId="{24A562F1-16B7-40B5-8E69-C941621E23CC}" srcOrd="2" destOrd="0" presId="urn:microsoft.com/office/officeart/2016/7/layout/BasicLinearProcessNumbered"/>
    <dgm:cxn modelId="{1534243B-A4F0-44BD-B144-F941F40F7F64}" type="presParOf" srcId="{24A562F1-16B7-40B5-8E69-C941621E23CC}" destId="{963EC8F3-29E1-4805-B94D-31194BF1DD6E}" srcOrd="0" destOrd="0" presId="urn:microsoft.com/office/officeart/2016/7/layout/BasicLinearProcessNumbered"/>
    <dgm:cxn modelId="{3BA78B9E-AE0F-4511-A45C-95D149112163}" type="presParOf" srcId="{24A562F1-16B7-40B5-8E69-C941621E23CC}" destId="{A40D0C98-9721-41CC-896B-5461234B221D}" srcOrd="1" destOrd="0" presId="urn:microsoft.com/office/officeart/2016/7/layout/BasicLinearProcessNumbered"/>
    <dgm:cxn modelId="{4B394C83-73B1-4065-8684-83D265FA69D2}" type="presParOf" srcId="{24A562F1-16B7-40B5-8E69-C941621E23CC}" destId="{72D92933-D528-4E9D-8EBA-9F4ED413EBBE}" srcOrd="2" destOrd="0" presId="urn:microsoft.com/office/officeart/2016/7/layout/BasicLinearProcessNumbered"/>
    <dgm:cxn modelId="{EBB6709E-08C4-484E-906D-135C0CBB270B}" type="presParOf" srcId="{24A562F1-16B7-40B5-8E69-C941621E23CC}" destId="{07468949-AFFF-461B-8B66-F0CA8E2EE10B}" srcOrd="3" destOrd="0" presId="urn:microsoft.com/office/officeart/2016/7/layout/BasicLinearProcessNumbered"/>
    <dgm:cxn modelId="{E234A069-F6AA-45BD-88EF-CFFF6E11143C}" type="presParOf" srcId="{E94ADC2C-EFAA-4DEE-AFE4-B3302732BD50}" destId="{0A81A445-EF55-4CFE-A85C-75130C5161B4}" srcOrd="3" destOrd="0" presId="urn:microsoft.com/office/officeart/2016/7/layout/BasicLinearProcessNumbered"/>
    <dgm:cxn modelId="{AF7D370E-00D4-487E-A678-A945A2053DB6}" type="presParOf" srcId="{E94ADC2C-EFAA-4DEE-AFE4-B3302732BD50}" destId="{08584892-7BFB-486B-B1DA-3D821474218C}" srcOrd="4" destOrd="0" presId="urn:microsoft.com/office/officeart/2016/7/layout/BasicLinearProcessNumbered"/>
    <dgm:cxn modelId="{D780E80A-D629-42AA-ACCB-941820C64E8A}" type="presParOf" srcId="{08584892-7BFB-486B-B1DA-3D821474218C}" destId="{12D3A687-8D88-4447-B68C-942F9B651352}" srcOrd="0" destOrd="0" presId="urn:microsoft.com/office/officeart/2016/7/layout/BasicLinearProcessNumbered"/>
    <dgm:cxn modelId="{C8DB0A81-E282-415C-A233-1081443DB427}" type="presParOf" srcId="{08584892-7BFB-486B-B1DA-3D821474218C}" destId="{5A78805C-E7B7-425A-BCBA-0F1B2FAEEECC}" srcOrd="1" destOrd="0" presId="urn:microsoft.com/office/officeart/2016/7/layout/BasicLinearProcessNumbered"/>
    <dgm:cxn modelId="{B63C5A0B-5522-443D-BB89-FA88B377FC8E}" type="presParOf" srcId="{08584892-7BFB-486B-B1DA-3D821474218C}" destId="{4C69FAD1-D132-4C8C-A82A-AF3898F01823}" srcOrd="2" destOrd="0" presId="urn:microsoft.com/office/officeart/2016/7/layout/BasicLinearProcessNumbered"/>
    <dgm:cxn modelId="{81BD3937-9A55-405B-84F2-9E268364AB6F}" type="presParOf" srcId="{08584892-7BFB-486B-B1DA-3D821474218C}" destId="{48BADC21-B860-4C78-9605-F9A3BF0E2FF2}" srcOrd="3" destOrd="0" presId="urn:microsoft.com/office/officeart/2016/7/layout/BasicLinearProcessNumbered"/>
    <dgm:cxn modelId="{6D2921E5-FDF9-4D1A-B9B8-16F05CD7D27D}" type="presParOf" srcId="{E94ADC2C-EFAA-4DEE-AFE4-B3302732BD50}" destId="{BAAA9F86-77C2-49AD-B884-FA1DCCA5B771}" srcOrd="5" destOrd="0" presId="urn:microsoft.com/office/officeart/2016/7/layout/BasicLinearProcessNumbered"/>
    <dgm:cxn modelId="{A9705474-0C42-4BC3-A5C4-5F9B657D7234}" type="presParOf" srcId="{E94ADC2C-EFAA-4DEE-AFE4-B3302732BD50}" destId="{EE860816-53C9-48BF-93DE-65A20D9E4C17}" srcOrd="6" destOrd="0" presId="urn:microsoft.com/office/officeart/2016/7/layout/BasicLinearProcessNumbered"/>
    <dgm:cxn modelId="{87B7C37B-E9CE-4D4F-B419-916A05BC91A5}" type="presParOf" srcId="{EE860816-53C9-48BF-93DE-65A20D9E4C17}" destId="{C4299044-4C5E-4309-9A86-F5D3BC124D2B}" srcOrd="0" destOrd="0" presId="urn:microsoft.com/office/officeart/2016/7/layout/BasicLinearProcessNumbered"/>
    <dgm:cxn modelId="{C8DA777F-AB5C-41E1-A6A7-4DE65BFA4864}" type="presParOf" srcId="{EE860816-53C9-48BF-93DE-65A20D9E4C17}" destId="{C63D3751-92C8-4CD0-A728-51645E862D7B}" srcOrd="1" destOrd="0" presId="urn:microsoft.com/office/officeart/2016/7/layout/BasicLinearProcessNumbered"/>
    <dgm:cxn modelId="{A074579A-9CF7-4F34-8C12-575D2FE73C47}" type="presParOf" srcId="{EE860816-53C9-48BF-93DE-65A20D9E4C17}" destId="{B56B490F-5C99-45CC-ACA2-BCABE89D4054}" srcOrd="2" destOrd="0" presId="urn:microsoft.com/office/officeart/2016/7/layout/BasicLinearProcessNumbered"/>
    <dgm:cxn modelId="{F2E0D056-023A-41D3-A4F5-5EE6AA774FF4}" type="presParOf" srcId="{EE860816-53C9-48BF-93DE-65A20D9E4C17}" destId="{48AC3A06-2396-4697-905D-44D8E481A79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7788252-3DC1-480E-88B2-E6E50F243FE2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980B49-4801-4D6F-AE26-58BAD138A37D}">
      <dgm:prSet/>
      <dgm:spPr/>
      <dgm:t>
        <a:bodyPr/>
        <a:lstStyle/>
        <a:p>
          <a:r>
            <a:rPr lang="en-US" b="1"/>
            <a:t>AI4I 2020 - Clean</a:t>
          </a:r>
          <a:endParaRPr lang="en-US"/>
        </a:p>
      </dgm:t>
    </dgm:pt>
    <dgm:pt modelId="{E0549E88-ADA1-4F95-A2FA-330BEAB20D2E}" type="parTrans" cxnId="{66C28DB1-2114-49D9-8518-705D4C136D3D}">
      <dgm:prSet/>
      <dgm:spPr/>
      <dgm:t>
        <a:bodyPr/>
        <a:lstStyle/>
        <a:p>
          <a:endParaRPr lang="en-US"/>
        </a:p>
      </dgm:t>
    </dgm:pt>
    <dgm:pt modelId="{154638B9-BADC-4D31-AF0B-0831253019F9}" type="sibTrans" cxnId="{66C28DB1-2114-49D9-8518-705D4C136D3D}">
      <dgm:prSet/>
      <dgm:spPr/>
      <dgm:t>
        <a:bodyPr/>
        <a:lstStyle/>
        <a:p>
          <a:endParaRPr lang="en-US"/>
        </a:p>
      </dgm:t>
    </dgm:pt>
    <dgm:pt modelId="{923CB80B-FA6A-4484-8279-ADE614BDE73F}">
      <dgm:prSet/>
      <dgm:spPr/>
      <dgm:t>
        <a:bodyPr/>
        <a:lstStyle/>
        <a:p>
          <a:r>
            <a:rPr lang="en-US"/>
            <a:t>10,000 rows of synthetic manufacturing sensor data</a:t>
          </a:r>
        </a:p>
      </dgm:t>
    </dgm:pt>
    <dgm:pt modelId="{CEF17BA3-8586-41CA-AC33-9C6A22ED5C8F}" type="parTrans" cxnId="{FE42EA7C-500D-4585-8B49-95D8A68ADA53}">
      <dgm:prSet/>
      <dgm:spPr/>
      <dgm:t>
        <a:bodyPr/>
        <a:lstStyle/>
        <a:p>
          <a:endParaRPr lang="en-US"/>
        </a:p>
      </dgm:t>
    </dgm:pt>
    <dgm:pt modelId="{E3936574-ECE9-4BB5-8052-BC49C47E964A}" type="sibTrans" cxnId="{FE42EA7C-500D-4585-8B49-95D8A68ADA53}">
      <dgm:prSet/>
      <dgm:spPr/>
      <dgm:t>
        <a:bodyPr/>
        <a:lstStyle/>
        <a:p>
          <a:endParaRPr lang="en-US"/>
        </a:p>
      </dgm:t>
    </dgm:pt>
    <dgm:pt modelId="{50CD5B92-9F9D-4C4C-9D31-0DAD8711391C}">
      <dgm:prSet/>
      <dgm:spPr/>
      <dgm:t>
        <a:bodyPr/>
        <a:lstStyle/>
        <a:p>
          <a:r>
            <a:rPr lang="en-US"/>
            <a:t>No missing values, stable sensors</a:t>
          </a:r>
        </a:p>
      </dgm:t>
    </dgm:pt>
    <dgm:pt modelId="{627B144D-DF67-4C5C-B3DB-BE5510651AA3}" type="parTrans" cxnId="{6C235DAF-C51E-4AC0-BAB3-19E5DA586424}">
      <dgm:prSet/>
      <dgm:spPr/>
      <dgm:t>
        <a:bodyPr/>
        <a:lstStyle/>
        <a:p>
          <a:endParaRPr lang="en-US"/>
        </a:p>
      </dgm:t>
    </dgm:pt>
    <dgm:pt modelId="{DD3E4D5C-6818-4410-8E47-D5B0F733B715}" type="sibTrans" cxnId="{6C235DAF-C51E-4AC0-BAB3-19E5DA586424}">
      <dgm:prSet/>
      <dgm:spPr/>
      <dgm:t>
        <a:bodyPr/>
        <a:lstStyle/>
        <a:p>
          <a:endParaRPr lang="en-US"/>
        </a:p>
      </dgm:t>
    </dgm:pt>
    <dgm:pt modelId="{E17C407B-86ED-4984-924C-4426FBD91DB8}">
      <dgm:prSet/>
      <dgm:spPr/>
      <dgm:t>
        <a:bodyPr/>
        <a:lstStyle/>
        <a:p>
          <a:r>
            <a:rPr lang="en-US" b="1"/>
            <a:t>AI4I-PMDI - Irregular</a:t>
          </a:r>
          <a:endParaRPr lang="en-US"/>
        </a:p>
      </dgm:t>
    </dgm:pt>
    <dgm:pt modelId="{AF780150-6F5C-4A3B-B569-DB4A8411250C}" type="parTrans" cxnId="{3F13E86C-AF00-4582-9C02-7D03421B2FE8}">
      <dgm:prSet/>
      <dgm:spPr/>
      <dgm:t>
        <a:bodyPr/>
        <a:lstStyle/>
        <a:p>
          <a:endParaRPr lang="en-US"/>
        </a:p>
      </dgm:t>
    </dgm:pt>
    <dgm:pt modelId="{1F461A7B-F105-4714-BB37-00A269E69714}" type="sibTrans" cxnId="{3F13E86C-AF00-4582-9C02-7D03421B2FE8}">
      <dgm:prSet/>
      <dgm:spPr/>
      <dgm:t>
        <a:bodyPr/>
        <a:lstStyle/>
        <a:p>
          <a:endParaRPr lang="en-US"/>
        </a:p>
      </dgm:t>
    </dgm:pt>
    <dgm:pt modelId="{E3307CE7-6985-4FF4-83AF-36653E685164}">
      <dgm:prSet/>
      <dgm:spPr/>
      <dgm:t>
        <a:bodyPr/>
        <a:lstStyle/>
        <a:p>
          <a:r>
            <a:rPr lang="en-US"/>
            <a:t>Adds realistic industrial noise</a:t>
          </a:r>
        </a:p>
      </dgm:t>
    </dgm:pt>
    <dgm:pt modelId="{72BFD3EF-3207-4258-AF0A-0595C6DC53F3}" type="parTrans" cxnId="{05673350-7147-41C6-9AF9-5E03E942652E}">
      <dgm:prSet/>
      <dgm:spPr/>
      <dgm:t>
        <a:bodyPr/>
        <a:lstStyle/>
        <a:p>
          <a:endParaRPr lang="en-US"/>
        </a:p>
      </dgm:t>
    </dgm:pt>
    <dgm:pt modelId="{59039FD6-99E8-4261-B3EC-1D1F60505D9A}" type="sibTrans" cxnId="{05673350-7147-41C6-9AF9-5E03E942652E}">
      <dgm:prSet/>
      <dgm:spPr/>
      <dgm:t>
        <a:bodyPr/>
        <a:lstStyle/>
        <a:p>
          <a:endParaRPr lang="en-US"/>
        </a:p>
      </dgm:t>
    </dgm:pt>
    <dgm:pt modelId="{F362E6E5-86CE-44AA-A12D-6315E63AADD4}">
      <dgm:prSet/>
      <dgm:spPr/>
      <dgm:t>
        <a:bodyPr/>
        <a:lstStyle/>
        <a:p>
          <a:r>
            <a:rPr lang="en-US"/>
            <a:t>Sensor drift, missing values</a:t>
          </a:r>
        </a:p>
      </dgm:t>
    </dgm:pt>
    <dgm:pt modelId="{81A4C4F2-B066-443F-82A4-DE5ABA354A3C}" type="parTrans" cxnId="{B17180A5-2312-470D-87C7-0B5D2AA8876F}">
      <dgm:prSet/>
      <dgm:spPr/>
      <dgm:t>
        <a:bodyPr/>
        <a:lstStyle/>
        <a:p>
          <a:endParaRPr lang="en-US"/>
        </a:p>
      </dgm:t>
    </dgm:pt>
    <dgm:pt modelId="{D43A91C9-1105-4CA3-B890-BCFE9F12EC8D}" type="sibTrans" cxnId="{B17180A5-2312-470D-87C7-0B5D2AA8876F}">
      <dgm:prSet/>
      <dgm:spPr/>
      <dgm:t>
        <a:bodyPr/>
        <a:lstStyle/>
        <a:p>
          <a:endParaRPr lang="en-US"/>
        </a:p>
      </dgm:t>
    </dgm:pt>
    <dgm:pt modelId="{89714174-A622-4B64-96C7-4E1888580494}">
      <dgm:prSet/>
      <dgm:spPr/>
      <dgm:t>
        <a:bodyPr/>
        <a:lstStyle/>
        <a:p>
          <a:r>
            <a:rPr lang="en-US"/>
            <a:t>System aging parameter</a:t>
          </a:r>
        </a:p>
      </dgm:t>
    </dgm:pt>
    <dgm:pt modelId="{D039D794-5F87-41D8-98EC-812DE8C33282}" type="parTrans" cxnId="{9CC1B98D-CA7C-4BCD-B2D2-662B7E887B98}">
      <dgm:prSet/>
      <dgm:spPr/>
      <dgm:t>
        <a:bodyPr/>
        <a:lstStyle/>
        <a:p>
          <a:endParaRPr lang="en-US"/>
        </a:p>
      </dgm:t>
    </dgm:pt>
    <dgm:pt modelId="{85C2647C-BFF1-40F0-AD8B-CD94914314E8}" type="sibTrans" cxnId="{9CC1B98D-CA7C-4BCD-B2D2-662B7E887B98}">
      <dgm:prSet/>
      <dgm:spPr/>
      <dgm:t>
        <a:bodyPr/>
        <a:lstStyle/>
        <a:p>
          <a:endParaRPr lang="en-US"/>
        </a:p>
      </dgm:t>
    </dgm:pt>
    <dgm:pt modelId="{C1ACF4CA-3AC2-456E-9C4A-EA79428FC7E9}">
      <dgm:prSet/>
      <dgm:spPr/>
      <dgm:t>
        <a:bodyPr/>
        <a:lstStyle/>
        <a:p>
          <a:r>
            <a:rPr lang="en-US"/>
            <a:t>Control modes (A, B, C), different sensors monitored</a:t>
          </a:r>
        </a:p>
      </dgm:t>
    </dgm:pt>
    <dgm:pt modelId="{AC4387F2-52D2-41AB-AC4E-FC756CA4AF57}" type="parTrans" cxnId="{2BD6F80C-DA59-4D29-90A6-A50E425CB816}">
      <dgm:prSet/>
      <dgm:spPr/>
      <dgm:t>
        <a:bodyPr/>
        <a:lstStyle/>
        <a:p>
          <a:endParaRPr lang="en-US"/>
        </a:p>
      </dgm:t>
    </dgm:pt>
    <dgm:pt modelId="{946B11F0-D784-4223-85E1-F9D8CFAABF03}" type="sibTrans" cxnId="{2BD6F80C-DA59-4D29-90A6-A50E425CB816}">
      <dgm:prSet/>
      <dgm:spPr/>
      <dgm:t>
        <a:bodyPr/>
        <a:lstStyle/>
        <a:p>
          <a:endParaRPr lang="en-US"/>
        </a:p>
      </dgm:t>
    </dgm:pt>
    <dgm:pt modelId="{B256FA89-AA4C-43F8-A705-86B54682DDF0}" type="pres">
      <dgm:prSet presAssocID="{C7788252-3DC1-480E-88B2-E6E50F243FE2}" presName="linear" presStyleCnt="0">
        <dgm:presLayoutVars>
          <dgm:dir/>
          <dgm:animLvl val="lvl"/>
          <dgm:resizeHandles val="exact"/>
        </dgm:presLayoutVars>
      </dgm:prSet>
      <dgm:spPr/>
    </dgm:pt>
    <dgm:pt modelId="{C88423EB-90CA-4ACA-89F6-6EB811BDE4F6}" type="pres">
      <dgm:prSet presAssocID="{95980B49-4801-4D6F-AE26-58BAD138A37D}" presName="parentLin" presStyleCnt="0"/>
      <dgm:spPr/>
    </dgm:pt>
    <dgm:pt modelId="{7CDC976C-1A76-4E38-8D87-27DB2EB8F81E}" type="pres">
      <dgm:prSet presAssocID="{95980B49-4801-4D6F-AE26-58BAD138A37D}" presName="parentLeftMargin" presStyleLbl="node1" presStyleIdx="0" presStyleCnt="2"/>
      <dgm:spPr/>
    </dgm:pt>
    <dgm:pt modelId="{1143AFCC-74D8-49AE-A69E-665BE30E681E}" type="pres">
      <dgm:prSet presAssocID="{95980B49-4801-4D6F-AE26-58BAD138A37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1BA9D0A-768C-4B8E-A74F-F00AF388E618}" type="pres">
      <dgm:prSet presAssocID="{95980B49-4801-4D6F-AE26-58BAD138A37D}" presName="negativeSpace" presStyleCnt="0"/>
      <dgm:spPr/>
    </dgm:pt>
    <dgm:pt modelId="{DFDBE9A7-3645-44DC-871E-5B51CBBE7E0B}" type="pres">
      <dgm:prSet presAssocID="{95980B49-4801-4D6F-AE26-58BAD138A37D}" presName="childText" presStyleLbl="conFgAcc1" presStyleIdx="0" presStyleCnt="2">
        <dgm:presLayoutVars>
          <dgm:bulletEnabled val="1"/>
        </dgm:presLayoutVars>
      </dgm:prSet>
      <dgm:spPr/>
    </dgm:pt>
    <dgm:pt modelId="{B80B402B-5750-4572-B697-A4673D4593F0}" type="pres">
      <dgm:prSet presAssocID="{154638B9-BADC-4D31-AF0B-0831253019F9}" presName="spaceBetweenRectangles" presStyleCnt="0"/>
      <dgm:spPr/>
    </dgm:pt>
    <dgm:pt modelId="{10C14978-A8FD-477C-BBE2-FA2FF94D1689}" type="pres">
      <dgm:prSet presAssocID="{E17C407B-86ED-4984-924C-4426FBD91DB8}" presName="parentLin" presStyleCnt="0"/>
      <dgm:spPr/>
    </dgm:pt>
    <dgm:pt modelId="{F8E8DB08-4C4A-4FB5-823E-4C4E1689BB83}" type="pres">
      <dgm:prSet presAssocID="{E17C407B-86ED-4984-924C-4426FBD91DB8}" presName="parentLeftMargin" presStyleLbl="node1" presStyleIdx="0" presStyleCnt="2"/>
      <dgm:spPr/>
    </dgm:pt>
    <dgm:pt modelId="{4FB2697C-12EA-49B7-99C2-7B8CC8DB7E58}" type="pres">
      <dgm:prSet presAssocID="{E17C407B-86ED-4984-924C-4426FBD91DB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3264849-3510-4587-8B84-513B8AB09208}" type="pres">
      <dgm:prSet presAssocID="{E17C407B-86ED-4984-924C-4426FBD91DB8}" presName="negativeSpace" presStyleCnt="0"/>
      <dgm:spPr/>
    </dgm:pt>
    <dgm:pt modelId="{76FF8428-0C23-436B-B77D-4D3C76FBB34B}" type="pres">
      <dgm:prSet presAssocID="{E17C407B-86ED-4984-924C-4426FBD91DB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2BD6F80C-DA59-4D29-90A6-A50E425CB816}" srcId="{E17C407B-86ED-4984-924C-4426FBD91DB8}" destId="{C1ACF4CA-3AC2-456E-9C4A-EA79428FC7E9}" srcOrd="3" destOrd="0" parTransId="{AC4387F2-52D2-41AB-AC4E-FC756CA4AF57}" sibTransId="{946B11F0-D784-4223-85E1-F9D8CFAABF03}"/>
    <dgm:cxn modelId="{90CAD712-F485-4EAB-9D1E-A05DD1398E09}" type="presOf" srcId="{F362E6E5-86CE-44AA-A12D-6315E63AADD4}" destId="{76FF8428-0C23-436B-B77D-4D3C76FBB34B}" srcOrd="0" destOrd="1" presId="urn:microsoft.com/office/officeart/2005/8/layout/list1"/>
    <dgm:cxn modelId="{61BF491F-CF4A-4D0E-B476-52F333188729}" type="presOf" srcId="{C1ACF4CA-3AC2-456E-9C4A-EA79428FC7E9}" destId="{76FF8428-0C23-436B-B77D-4D3C76FBB34B}" srcOrd="0" destOrd="3" presId="urn:microsoft.com/office/officeart/2005/8/layout/list1"/>
    <dgm:cxn modelId="{67B4192B-01B9-40FD-A3F9-D5B40734B577}" type="presOf" srcId="{E17C407B-86ED-4984-924C-4426FBD91DB8}" destId="{4FB2697C-12EA-49B7-99C2-7B8CC8DB7E58}" srcOrd="1" destOrd="0" presId="urn:microsoft.com/office/officeart/2005/8/layout/list1"/>
    <dgm:cxn modelId="{954CA13B-BC90-43A8-85AD-8FF0A9AB764C}" type="presOf" srcId="{89714174-A622-4B64-96C7-4E1888580494}" destId="{76FF8428-0C23-436B-B77D-4D3C76FBB34B}" srcOrd="0" destOrd="2" presId="urn:microsoft.com/office/officeart/2005/8/layout/list1"/>
    <dgm:cxn modelId="{FDAE3A43-A2DB-4AAF-BF2E-47E3C756BD7C}" type="presOf" srcId="{C7788252-3DC1-480E-88B2-E6E50F243FE2}" destId="{B256FA89-AA4C-43F8-A705-86B54682DDF0}" srcOrd="0" destOrd="0" presId="urn:microsoft.com/office/officeart/2005/8/layout/list1"/>
    <dgm:cxn modelId="{CB9EDB48-9264-4F2B-93B7-9B642910CBC4}" type="presOf" srcId="{E17C407B-86ED-4984-924C-4426FBD91DB8}" destId="{F8E8DB08-4C4A-4FB5-823E-4C4E1689BB83}" srcOrd="0" destOrd="0" presId="urn:microsoft.com/office/officeart/2005/8/layout/list1"/>
    <dgm:cxn modelId="{3F13E86C-AF00-4582-9C02-7D03421B2FE8}" srcId="{C7788252-3DC1-480E-88B2-E6E50F243FE2}" destId="{E17C407B-86ED-4984-924C-4426FBD91DB8}" srcOrd="1" destOrd="0" parTransId="{AF780150-6F5C-4A3B-B569-DB4A8411250C}" sibTransId="{1F461A7B-F105-4714-BB37-00A269E69714}"/>
    <dgm:cxn modelId="{AEB79F6D-A822-4676-A84F-37EBD3FB1C52}" type="presOf" srcId="{E3307CE7-6985-4FF4-83AF-36653E685164}" destId="{76FF8428-0C23-436B-B77D-4D3C76FBB34B}" srcOrd="0" destOrd="0" presId="urn:microsoft.com/office/officeart/2005/8/layout/list1"/>
    <dgm:cxn modelId="{05673350-7147-41C6-9AF9-5E03E942652E}" srcId="{E17C407B-86ED-4984-924C-4426FBD91DB8}" destId="{E3307CE7-6985-4FF4-83AF-36653E685164}" srcOrd="0" destOrd="0" parTransId="{72BFD3EF-3207-4258-AF0A-0595C6DC53F3}" sibTransId="{59039FD6-99E8-4261-B3EC-1D1F60505D9A}"/>
    <dgm:cxn modelId="{FE42EA7C-500D-4585-8B49-95D8A68ADA53}" srcId="{95980B49-4801-4D6F-AE26-58BAD138A37D}" destId="{923CB80B-FA6A-4484-8279-ADE614BDE73F}" srcOrd="0" destOrd="0" parTransId="{CEF17BA3-8586-41CA-AC33-9C6A22ED5C8F}" sibTransId="{E3936574-ECE9-4BB5-8052-BC49C47E964A}"/>
    <dgm:cxn modelId="{7496FB7E-315A-4BE1-9DCD-EC0F92B45E81}" type="presOf" srcId="{923CB80B-FA6A-4484-8279-ADE614BDE73F}" destId="{DFDBE9A7-3645-44DC-871E-5B51CBBE7E0B}" srcOrd="0" destOrd="0" presId="urn:microsoft.com/office/officeart/2005/8/layout/list1"/>
    <dgm:cxn modelId="{9CC1B98D-CA7C-4BCD-B2D2-662B7E887B98}" srcId="{E17C407B-86ED-4984-924C-4426FBD91DB8}" destId="{89714174-A622-4B64-96C7-4E1888580494}" srcOrd="2" destOrd="0" parTransId="{D039D794-5F87-41D8-98EC-812DE8C33282}" sibTransId="{85C2647C-BFF1-40F0-AD8B-CD94914314E8}"/>
    <dgm:cxn modelId="{B17180A5-2312-470D-87C7-0B5D2AA8876F}" srcId="{E17C407B-86ED-4984-924C-4426FBD91DB8}" destId="{F362E6E5-86CE-44AA-A12D-6315E63AADD4}" srcOrd="1" destOrd="0" parTransId="{81A4C4F2-B066-443F-82A4-DE5ABA354A3C}" sibTransId="{D43A91C9-1105-4CA3-B890-BCFE9F12EC8D}"/>
    <dgm:cxn modelId="{6C235DAF-C51E-4AC0-BAB3-19E5DA586424}" srcId="{95980B49-4801-4D6F-AE26-58BAD138A37D}" destId="{50CD5B92-9F9D-4C4C-9D31-0DAD8711391C}" srcOrd="1" destOrd="0" parTransId="{627B144D-DF67-4C5C-B3DB-BE5510651AA3}" sibTransId="{DD3E4D5C-6818-4410-8E47-D5B0F733B715}"/>
    <dgm:cxn modelId="{973538B0-9F02-4191-9CEB-9CB827164325}" type="presOf" srcId="{95980B49-4801-4D6F-AE26-58BAD138A37D}" destId="{7CDC976C-1A76-4E38-8D87-27DB2EB8F81E}" srcOrd="0" destOrd="0" presId="urn:microsoft.com/office/officeart/2005/8/layout/list1"/>
    <dgm:cxn modelId="{695BADB0-F449-4AFA-95F4-3D4DB3B083E9}" type="presOf" srcId="{50CD5B92-9F9D-4C4C-9D31-0DAD8711391C}" destId="{DFDBE9A7-3645-44DC-871E-5B51CBBE7E0B}" srcOrd="0" destOrd="1" presId="urn:microsoft.com/office/officeart/2005/8/layout/list1"/>
    <dgm:cxn modelId="{66C28DB1-2114-49D9-8518-705D4C136D3D}" srcId="{C7788252-3DC1-480E-88B2-E6E50F243FE2}" destId="{95980B49-4801-4D6F-AE26-58BAD138A37D}" srcOrd="0" destOrd="0" parTransId="{E0549E88-ADA1-4F95-A2FA-330BEAB20D2E}" sibTransId="{154638B9-BADC-4D31-AF0B-0831253019F9}"/>
    <dgm:cxn modelId="{2FD2B1FB-7C7E-4BFB-AD86-50CE3FC1C026}" type="presOf" srcId="{95980B49-4801-4D6F-AE26-58BAD138A37D}" destId="{1143AFCC-74D8-49AE-A69E-665BE30E681E}" srcOrd="1" destOrd="0" presId="urn:microsoft.com/office/officeart/2005/8/layout/list1"/>
    <dgm:cxn modelId="{BD836548-538E-4437-BE05-A012639CE44D}" type="presParOf" srcId="{B256FA89-AA4C-43F8-A705-86B54682DDF0}" destId="{C88423EB-90CA-4ACA-89F6-6EB811BDE4F6}" srcOrd="0" destOrd="0" presId="urn:microsoft.com/office/officeart/2005/8/layout/list1"/>
    <dgm:cxn modelId="{2ED812F0-CBB6-4861-B19D-C64C3EEE25C5}" type="presParOf" srcId="{C88423EB-90CA-4ACA-89F6-6EB811BDE4F6}" destId="{7CDC976C-1A76-4E38-8D87-27DB2EB8F81E}" srcOrd="0" destOrd="0" presId="urn:microsoft.com/office/officeart/2005/8/layout/list1"/>
    <dgm:cxn modelId="{4CCCC9A5-D0CC-4828-AA33-23C0DBD4F725}" type="presParOf" srcId="{C88423EB-90CA-4ACA-89F6-6EB811BDE4F6}" destId="{1143AFCC-74D8-49AE-A69E-665BE30E681E}" srcOrd="1" destOrd="0" presId="urn:microsoft.com/office/officeart/2005/8/layout/list1"/>
    <dgm:cxn modelId="{DDCE9762-F349-409D-A6D8-CCB134641B87}" type="presParOf" srcId="{B256FA89-AA4C-43F8-A705-86B54682DDF0}" destId="{71BA9D0A-768C-4B8E-A74F-F00AF388E618}" srcOrd="1" destOrd="0" presId="urn:microsoft.com/office/officeart/2005/8/layout/list1"/>
    <dgm:cxn modelId="{CBAFDDF3-062C-4FB7-B04F-DBEC509C6797}" type="presParOf" srcId="{B256FA89-AA4C-43F8-A705-86B54682DDF0}" destId="{DFDBE9A7-3645-44DC-871E-5B51CBBE7E0B}" srcOrd="2" destOrd="0" presId="urn:microsoft.com/office/officeart/2005/8/layout/list1"/>
    <dgm:cxn modelId="{78033C8F-80F1-4F58-A69A-7FEF2454AC7F}" type="presParOf" srcId="{B256FA89-AA4C-43F8-A705-86B54682DDF0}" destId="{B80B402B-5750-4572-B697-A4673D4593F0}" srcOrd="3" destOrd="0" presId="urn:microsoft.com/office/officeart/2005/8/layout/list1"/>
    <dgm:cxn modelId="{80BAD838-BBEA-4FEF-8FEA-37B16F01491A}" type="presParOf" srcId="{B256FA89-AA4C-43F8-A705-86B54682DDF0}" destId="{10C14978-A8FD-477C-BBE2-FA2FF94D1689}" srcOrd="4" destOrd="0" presId="urn:microsoft.com/office/officeart/2005/8/layout/list1"/>
    <dgm:cxn modelId="{49609AFA-50AF-4C70-A2D6-41999F549435}" type="presParOf" srcId="{10C14978-A8FD-477C-BBE2-FA2FF94D1689}" destId="{F8E8DB08-4C4A-4FB5-823E-4C4E1689BB83}" srcOrd="0" destOrd="0" presId="urn:microsoft.com/office/officeart/2005/8/layout/list1"/>
    <dgm:cxn modelId="{DEFCB66C-97C6-4448-873C-AB4BF5CB0978}" type="presParOf" srcId="{10C14978-A8FD-477C-BBE2-FA2FF94D1689}" destId="{4FB2697C-12EA-49B7-99C2-7B8CC8DB7E58}" srcOrd="1" destOrd="0" presId="urn:microsoft.com/office/officeart/2005/8/layout/list1"/>
    <dgm:cxn modelId="{1FE85AD5-61B9-4797-930C-4AFB5B72B9C7}" type="presParOf" srcId="{B256FA89-AA4C-43F8-A705-86B54682DDF0}" destId="{53264849-3510-4587-8B84-513B8AB09208}" srcOrd="5" destOrd="0" presId="urn:microsoft.com/office/officeart/2005/8/layout/list1"/>
    <dgm:cxn modelId="{4CF710D1-375F-490C-ACD7-EB98E56BE965}" type="presParOf" srcId="{B256FA89-AA4C-43F8-A705-86B54682DDF0}" destId="{76FF8428-0C23-436B-B77D-4D3C76FBB34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EB9BD0-14ED-4398-9E76-FB5DDBCA3F49}">
      <dsp:nvSpPr>
        <dsp:cNvPr id="0" name=""/>
        <dsp:cNvSpPr/>
      </dsp:nvSpPr>
      <dsp:spPr>
        <a:xfrm>
          <a:off x="3080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Compare model performance on clean vs. irregular (noisy) datasets</a:t>
          </a:r>
        </a:p>
      </dsp:txBody>
      <dsp:txXfrm>
        <a:off x="3080" y="1765067"/>
        <a:ext cx="2444055" cy="2053006"/>
      </dsp:txXfrm>
    </dsp:sp>
    <dsp:sp modelId="{6839D161-A908-4084-AE6F-10CAB4356B01}">
      <dsp:nvSpPr>
        <dsp:cNvPr id="0" name=""/>
        <dsp:cNvSpPr/>
      </dsp:nvSpPr>
      <dsp:spPr>
        <a:xfrm>
          <a:off x="711856" y="806997"/>
          <a:ext cx="1026503" cy="10265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62184" y="957325"/>
        <a:ext cx="725847" cy="725847"/>
      </dsp:txXfrm>
    </dsp:sp>
    <dsp:sp modelId="{152BDC95-D167-4FE6-9132-C636985E80C8}">
      <dsp:nvSpPr>
        <dsp:cNvPr id="0" name=""/>
        <dsp:cNvSpPr/>
      </dsp:nvSpPr>
      <dsp:spPr>
        <a:xfrm>
          <a:off x="3080" y="3886435"/>
          <a:ext cx="2444055" cy="72"/>
        </a:xfrm>
        <a:prstGeom prst="rect">
          <a:avLst/>
        </a:prstGeom>
        <a:solidFill>
          <a:schemeClr val="accent2">
            <a:hueOff val="920516"/>
            <a:satOff val="-2642"/>
            <a:lumOff val="-4230"/>
            <a:alphaOff val="0"/>
          </a:schemeClr>
        </a:solidFill>
        <a:ln w="19050" cap="flat" cmpd="sng" algn="ctr">
          <a:solidFill>
            <a:schemeClr val="accent2">
              <a:hueOff val="920516"/>
              <a:satOff val="-2642"/>
              <a:lumOff val="-423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3EC8F3-29E1-4805-B94D-31194BF1DD6E}">
      <dsp:nvSpPr>
        <dsp:cNvPr id="0" name=""/>
        <dsp:cNvSpPr/>
      </dsp:nvSpPr>
      <dsp:spPr>
        <a:xfrm>
          <a:off x="2691541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2244906"/>
            <a:satOff val="-20744"/>
            <a:lumOff val="-233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244906"/>
              <a:satOff val="-20744"/>
              <a:lumOff val="-233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Evaluate generalization across domains (clean to unclean, unclean to clean)</a:t>
          </a:r>
        </a:p>
      </dsp:txBody>
      <dsp:txXfrm>
        <a:off x="2691541" y="1765067"/>
        <a:ext cx="2444055" cy="2053006"/>
      </dsp:txXfrm>
    </dsp:sp>
    <dsp:sp modelId="{A40D0C98-9721-41CC-896B-5461234B221D}">
      <dsp:nvSpPr>
        <dsp:cNvPr id="0" name=""/>
        <dsp:cNvSpPr/>
      </dsp:nvSpPr>
      <dsp:spPr>
        <a:xfrm>
          <a:off x="3400317" y="806997"/>
          <a:ext cx="1026503" cy="1026503"/>
        </a:xfrm>
        <a:prstGeom prst="ellipse">
          <a:avLst/>
        </a:prstGeom>
        <a:solidFill>
          <a:schemeClr val="accent2">
            <a:hueOff val="1841033"/>
            <a:satOff val="-5284"/>
            <a:lumOff val="-8460"/>
            <a:alphaOff val="0"/>
          </a:schemeClr>
        </a:solidFill>
        <a:ln w="19050" cap="flat" cmpd="sng" algn="ctr">
          <a:solidFill>
            <a:schemeClr val="accent2">
              <a:hueOff val="1841033"/>
              <a:satOff val="-5284"/>
              <a:lumOff val="-84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550645" y="957325"/>
        <a:ext cx="725847" cy="725847"/>
      </dsp:txXfrm>
    </dsp:sp>
    <dsp:sp modelId="{72D92933-D528-4E9D-8EBA-9F4ED413EBBE}">
      <dsp:nvSpPr>
        <dsp:cNvPr id="0" name=""/>
        <dsp:cNvSpPr/>
      </dsp:nvSpPr>
      <dsp:spPr>
        <a:xfrm>
          <a:off x="2691541" y="3886435"/>
          <a:ext cx="2444055" cy="72"/>
        </a:xfrm>
        <a:prstGeom prst="rect">
          <a:avLst/>
        </a:prstGeom>
        <a:solidFill>
          <a:schemeClr val="accent2">
            <a:hueOff val="2761549"/>
            <a:satOff val="-7926"/>
            <a:lumOff val="-12690"/>
            <a:alphaOff val="0"/>
          </a:schemeClr>
        </a:solidFill>
        <a:ln w="19050" cap="flat" cmpd="sng" algn="ctr">
          <a:solidFill>
            <a:schemeClr val="accent2">
              <a:hueOff val="2761549"/>
              <a:satOff val="-7926"/>
              <a:lumOff val="-126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3A687-8D88-4447-B68C-942F9B651352}">
      <dsp:nvSpPr>
        <dsp:cNvPr id="0" name=""/>
        <dsp:cNvSpPr/>
      </dsp:nvSpPr>
      <dsp:spPr>
        <a:xfrm>
          <a:off x="5380002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4489812"/>
            <a:satOff val="-41488"/>
            <a:lumOff val="-4677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489812"/>
              <a:satOff val="-41488"/>
              <a:lumOff val="-46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Test transfer learning to improve cross-domain robustness</a:t>
          </a:r>
        </a:p>
      </dsp:txBody>
      <dsp:txXfrm>
        <a:off x="5380002" y="1765067"/>
        <a:ext cx="2444055" cy="2053006"/>
      </dsp:txXfrm>
    </dsp:sp>
    <dsp:sp modelId="{5A78805C-E7B7-425A-BCBA-0F1B2FAEEECC}">
      <dsp:nvSpPr>
        <dsp:cNvPr id="0" name=""/>
        <dsp:cNvSpPr/>
      </dsp:nvSpPr>
      <dsp:spPr>
        <a:xfrm>
          <a:off x="6088778" y="806997"/>
          <a:ext cx="1026503" cy="1026503"/>
        </a:xfrm>
        <a:prstGeom prst="ellipse">
          <a:avLst/>
        </a:prstGeom>
        <a:solidFill>
          <a:schemeClr val="accent2">
            <a:hueOff val="3682065"/>
            <a:satOff val="-10567"/>
            <a:lumOff val="-16919"/>
            <a:alphaOff val="0"/>
          </a:schemeClr>
        </a:solidFill>
        <a:ln w="19050" cap="flat" cmpd="sng" algn="ctr">
          <a:solidFill>
            <a:schemeClr val="accent2">
              <a:hueOff val="3682065"/>
              <a:satOff val="-10567"/>
              <a:lumOff val="-169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239106" y="957325"/>
        <a:ext cx="725847" cy="725847"/>
      </dsp:txXfrm>
    </dsp:sp>
    <dsp:sp modelId="{4C69FAD1-D132-4C8C-A82A-AF3898F01823}">
      <dsp:nvSpPr>
        <dsp:cNvPr id="0" name=""/>
        <dsp:cNvSpPr/>
      </dsp:nvSpPr>
      <dsp:spPr>
        <a:xfrm>
          <a:off x="5380002" y="3886435"/>
          <a:ext cx="2444055" cy="72"/>
        </a:xfrm>
        <a:prstGeom prst="rect">
          <a:avLst/>
        </a:prstGeom>
        <a:solidFill>
          <a:schemeClr val="accent2">
            <a:hueOff val="4602581"/>
            <a:satOff val="-13209"/>
            <a:lumOff val="-21149"/>
            <a:alphaOff val="0"/>
          </a:schemeClr>
        </a:solidFill>
        <a:ln w="19050" cap="flat" cmpd="sng" algn="ctr">
          <a:solidFill>
            <a:schemeClr val="accent2">
              <a:hueOff val="4602581"/>
              <a:satOff val="-13209"/>
              <a:lumOff val="-211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299044-4C5E-4309-9A86-F5D3BC124D2B}">
      <dsp:nvSpPr>
        <dsp:cNvPr id="0" name=""/>
        <dsp:cNvSpPr/>
      </dsp:nvSpPr>
      <dsp:spPr>
        <a:xfrm>
          <a:off x="8068463" y="464830"/>
          <a:ext cx="2444055" cy="3421677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48" tIns="330200" rIns="190548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Understand limitations of synthetic data</a:t>
          </a:r>
        </a:p>
      </dsp:txBody>
      <dsp:txXfrm>
        <a:off x="8068463" y="1765067"/>
        <a:ext cx="2444055" cy="2053006"/>
      </dsp:txXfrm>
    </dsp:sp>
    <dsp:sp modelId="{C63D3751-92C8-4CD0-A728-51645E862D7B}">
      <dsp:nvSpPr>
        <dsp:cNvPr id="0" name=""/>
        <dsp:cNvSpPr/>
      </dsp:nvSpPr>
      <dsp:spPr>
        <a:xfrm>
          <a:off x="8777239" y="806997"/>
          <a:ext cx="1026503" cy="1026503"/>
        </a:xfrm>
        <a:prstGeom prst="ellipse">
          <a:avLst/>
        </a:prstGeom>
        <a:solidFill>
          <a:schemeClr val="accent2">
            <a:hueOff val="5523098"/>
            <a:satOff val="-15851"/>
            <a:lumOff val="-25379"/>
            <a:alphaOff val="0"/>
          </a:schemeClr>
        </a:solidFill>
        <a:ln w="19050" cap="flat" cmpd="sng" algn="ctr">
          <a:solidFill>
            <a:schemeClr val="accent2">
              <a:hueOff val="5523098"/>
              <a:satOff val="-15851"/>
              <a:lumOff val="-253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30" tIns="12700" rIns="80030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927567" y="957325"/>
        <a:ext cx="725847" cy="725847"/>
      </dsp:txXfrm>
    </dsp:sp>
    <dsp:sp modelId="{B56B490F-5C99-45CC-ACA2-BCABE89D4054}">
      <dsp:nvSpPr>
        <dsp:cNvPr id="0" name=""/>
        <dsp:cNvSpPr/>
      </dsp:nvSpPr>
      <dsp:spPr>
        <a:xfrm>
          <a:off x="8068463" y="3886435"/>
          <a:ext cx="2444055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DBE9A7-3645-44DC-871E-5B51CBBE7E0B}">
      <dsp:nvSpPr>
        <dsp:cNvPr id="0" name=""/>
        <dsp:cNvSpPr/>
      </dsp:nvSpPr>
      <dsp:spPr>
        <a:xfrm>
          <a:off x="0" y="392881"/>
          <a:ext cx="10515600" cy="13403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10,000 rows of synthetic manufacturing sensor data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No missing values, stable sensors</a:t>
          </a:r>
        </a:p>
      </dsp:txBody>
      <dsp:txXfrm>
        <a:off x="0" y="392881"/>
        <a:ext cx="10515600" cy="1340325"/>
      </dsp:txXfrm>
    </dsp:sp>
    <dsp:sp modelId="{1143AFCC-74D8-49AE-A69E-665BE30E681E}">
      <dsp:nvSpPr>
        <dsp:cNvPr id="0" name=""/>
        <dsp:cNvSpPr/>
      </dsp:nvSpPr>
      <dsp:spPr>
        <a:xfrm>
          <a:off x="525780" y="53401"/>
          <a:ext cx="7360920" cy="678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AI4I 2020 - Clean</a:t>
          </a:r>
          <a:endParaRPr lang="en-US" sz="2300" kern="1200"/>
        </a:p>
      </dsp:txBody>
      <dsp:txXfrm>
        <a:off x="558924" y="86545"/>
        <a:ext cx="7294632" cy="612672"/>
      </dsp:txXfrm>
    </dsp:sp>
    <dsp:sp modelId="{76FF8428-0C23-436B-B77D-4D3C76FBB34B}">
      <dsp:nvSpPr>
        <dsp:cNvPr id="0" name=""/>
        <dsp:cNvSpPr/>
      </dsp:nvSpPr>
      <dsp:spPr>
        <a:xfrm>
          <a:off x="0" y="2196886"/>
          <a:ext cx="10515600" cy="21010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79044" rIns="816127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Adds realistic industrial noise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Sensor drift, missing values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System aging parameter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Control modes (A, B, C), different sensors monitored</a:t>
          </a:r>
        </a:p>
      </dsp:txBody>
      <dsp:txXfrm>
        <a:off x="0" y="2196886"/>
        <a:ext cx="10515600" cy="2101050"/>
      </dsp:txXfrm>
    </dsp:sp>
    <dsp:sp modelId="{4FB2697C-12EA-49B7-99C2-7B8CC8DB7E58}">
      <dsp:nvSpPr>
        <dsp:cNvPr id="0" name=""/>
        <dsp:cNvSpPr/>
      </dsp:nvSpPr>
      <dsp:spPr>
        <a:xfrm>
          <a:off x="525780" y="1857406"/>
          <a:ext cx="7360920" cy="678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AI4I-PMDI - Irregular</a:t>
          </a:r>
          <a:endParaRPr lang="en-US" sz="2300" kern="1200"/>
        </a:p>
      </dsp:txBody>
      <dsp:txXfrm>
        <a:off x="558924" y="1890550"/>
        <a:ext cx="7294632" cy="6126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3857A-F65B-4FAB-AB37-B64483DE4A0D}" type="datetimeFigureOut">
              <a:t>12/9/2025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3B53D7-14A9-4240-9AE1-B57B5D2B631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92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B53D7-14A9-4240-9AE1-B57B5D2B6310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347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  <a:p>
            <a:r>
              <a:rPr lang="en-US">
                <a:ea typeface="Calibri"/>
                <a:cs typeface="Calibri"/>
              </a:rPr>
              <a:t>These were given during the documentation of datasets</a:t>
            </a:r>
          </a:p>
          <a:p>
            <a:r>
              <a:rPr lang="en-US">
                <a:ea typeface="Calibri"/>
                <a:cs typeface="Calibri"/>
              </a:rPr>
              <a:t>Uses what data records and engineers new features (temp difference, angular velocity, </a:t>
            </a:r>
            <a:r>
              <a:rPr lang="en-US" err="1">
                <a:ea typeface="Calibri"/>
                <a:cs typeface="Calibri"/>
              </a:rPr>
              <a:t>ect</a:t>
            </a:r>
            <a:r>
              <a:rPr lang="en-US">
                <a:ea typeface="Calibri"/>
                <a:cs typeface="Calibri"/>
              </a:rPr>
              <a:t>..) which could be helpful for predicting machine failure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B53D7-14A9-4240-9AE1-B57B5D2B6310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425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  <a:p>
            <a:r>
              <a:rPr lang="en-US">
                <a:ea typeface="Calibri"/>
                <a:cs typeface="Calibri"/>
              </a:rPr>
              <a:t>True positive/negative (got right)</a:t>
            </a:r>
          </a:p>
          <a:p>
            <a:r>
              <a:rPr lang="en-US">
                <a:ea typeface="Calibri"/>
                <a:cs typeface="Calibri"/>
              </a:rPr>
              <a:t>False positive/negative (got wrong)</a:t>
            </a:r>
          </a:p>
          <a:p>
            <a:r>
              <a:rPr lang="en-US">
                <a:ea typeface="Calibri"/>
                <a:cs typeface="Calibri"/>
              </a:rPr>
              <a:t>ROC AUC all strong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B53D7-14A9-4240-9AE1-B57B5D2B6310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31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  <a:p>
            <a:r>
              <a:rPr lang="en-US"/>
              <a:t>True positive/negative (got right)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False positive/negative (got wrong)</a:t>
            </a:r>
            <a:endParaRPr lang="en-US">
              <a:solidFill>
                <a:srgbClr val="444444"/>
              </a:solidFill>
            </a:endParaRPr>
          </a:p>
          <a:p>
            <a:r>
              <a:rPr lang="en-US"/>
              <a:t>ROC AUC good but not as good as clean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B53D7-14A9-4240-9AE1-B57B5D2B6310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04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rPr lang="en-US"/>
              <a:t>Bagging (random forest) runs parallel so </a:t>
            </a:r>
            <a:r>
              <a:rPr lang="en-US" err="1"/>
              <a:t>doens’t</a:t>
            </a:r>
            <a:r>
              <a:rPr lang="en-US"/>
              <a:t> learn from previous model</a:t>
            </a:r>
          </a:p>
          <a:p>
            <a:pPr marL="742950" lvl="2" indent="-285750">
              <a:buFont typeface="Wingdings"/>
              <a:buChar char="§"/>
            </a:pPr>
            <a:r>
              <a:rPr lang="en-US"/>
              <a:t>More level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/>
              <a:t>Boosting is sequential, keeps updating</a:t>
            </a:r>
            <a:endParaRPr lang="en-US">
              <a:ea typeface="Calibri"/>
              <a:cs typeface="Calibri"/>
            </a:endParaRPr>
          </a:p>
          <a:p>
            <a:pPr marL="742950" lvl="2" indent="-285750">
              <a:buFont typeface="Wingdings"/>
              <a:buChar char="§"/>
            </a:pPr>
            <a:r>
              <a:rPr lang="en-US"/>
              <a:t>Rly prioritize what matters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B53D7-14A9-4240-9AE1-B57B5D2B6310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324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Daniel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3B53D7-14A9-4240-9AE1-B57B5D2B6310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7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D9FBE-5B33-2860-C467-7CCCC1AEC3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52598-F90F-FDFC-07A6-31E5267554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FE9B3-6BBE-83F5-47F2-CC07FDB6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F1F82A-E8EF-FB61-211D-9A64516C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1E61B-9ED9-5646-9AB0-EF93F92A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131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89DF-17D8-11E3-1735-BD3BD6F10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BBDDB-134D-BCF5-5A5A-2E5F231BD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C3FE6-7D48-C2F0-3899-6FD89D75D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9ACFF9-3ADB-C559-05F6-745105F62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CDA2F-3B62-4290-F67D-17661349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669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0A4CA-A158-6E73-95B1-2126643C7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690DB-66CA-D80A-C173-9956904C8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EB27E-61F4-C964-F1A8-88DF72141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79DDE-2DFA-6734-DC84-30B96959D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87686-2D00-B075-8CE7-8EA3C48D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254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C2332-822C-4406-83B4-15F7905D2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EE243-2F73-33AE-EC20-DE01918A83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815BAE-3FAC-62E6-95DC-16F212A2B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581B2-98FD-3AF7-40C2-3D9B72BF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CC6ADA-919B-8C04-6964-4732B0745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F099F-9005-7DE4-769E-9C5614F5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70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BF048-ACB1-903D-CCD1-482E7FEE8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E7E4A-88D3-6666-1A1C-C4C3B1355D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8DFDE-C153-DF88-B78F-A3A65E3BC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74A029-EA7A-CEB2-FB3C-A5B903AD4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03F3BA-6D72-8D6F-FE0C-8CD8FCE9F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195FB6-CA02-50CD-5C3D-040A0E3BE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49F58D-61B1-CDE7-302E-2FE5EC630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29AC1-4234-A23D-4723-C3977F14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032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B308E-AC7B-482E-1834-F626F53A0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7BE946-AC52-E393-184B-566E0EE8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46A870-75FF-D333-0C43-C5A166C9F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BF7EB5-126D-2329-0395-E0019B73E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98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996234-739C-A606-EBC4-9FDE40697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ED530-80DD-58D9-B476-352FD9DB8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6DF28-43F3-8467-9441-91F0A4513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733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C32F-66AD-5619-7003-041A47E7B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E0271-C94F-9F81-BDD2-A6004D203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0E59F9-045E-8C13-959A-9BD41FA8A7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10354-4B17-28C7-5361-518ADE86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8878D-EE27-E40A-FCD9-1A8A94EA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0D1C4-EE01-006F-10FE-1E3F05A04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08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9195-D842-B629-D17B-F3A4ABD4D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54ACD6-B402-446A-2B6F-70AE7DDF49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16696-4FE2-DCBC-9DBE-A5AEE1A3D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D5235-27C9-78DE-1D7C-0CC765038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F257E-AFF5-077E-56E7-89B94219E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13CCF5-76F0-5594-A1E8-351F33088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298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19059-011D-BEDC-8FAC-8A5FEC086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A85576-6408-544B-4624-F6D9D1FBD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EE93B-B059-C3F1-A481-9805D132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89632-C3EE-5540-2824-07536167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E6865-1271-9C49-0C2A-0731234A2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47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355D0-1D84-0C87-C9B0-21882F407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880FEC-6BDB-DD75-3B67-6A57035A94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D91E2-E042-5483-C529-52F6C3EE2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BF4A7-0C5B-7066-942E-5B56EB705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7926F-EB3E-6D50-0169-02F2D210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22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3D98ED-E9DC-129E-24C4-48340DFFC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E5FA5-7A72-2996-7921-77DA79F69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62C48-97D8-2C74-8AA3-9AB0CF2685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8E9E83-8BAA-457A-A534-0AFFF410C7C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B0098-C46C-A78F-18DD-B82EA6CF4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C3CCD-3D86-2BB1-1673-B7EF13574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5B0DF-3724-4243-AE83-231F15C1C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26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685690-81C7-9957-4473-9722DD882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Predictive Maintenance Modeling with Clean &amp; Irregular AI4I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B4159-5D40-F625-1A0A-8E884C66B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By Jack Quillin, Daniel Gapper, and Daniel Calle</a:t>
            </a:r>
          </a:p>
        </p:txBody>
      </p:sp>
    </p:spTree>
    <p:extLst>
      <p:ext uri="{BB962C8B-B14F-4D97-AF65-F5344CB8AC3E}">
        <p14:creationId xmlns:p14="http://schemas.microsoft.com/office/powerpoint/2010/main" val="110901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7" name="Rectangle 1046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97B9F-0E59-D502-84DD-935262A8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Why Predictive Maintenance Matters</a:t>
            </a:r>
          </a:p>
        </p:txBody>
      </p:sp>
      <p:sp>
        <p:nvSpPr>
          <p:cNvPr id="1048" name="Rectangle 104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B4AA4C-57E3-BEB9-6C64-4FCA86F271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Manufacturing relies on detecting failures early</a:t>
            </a:r>
            <a:endParaRPr lang="en-US"/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Reduces downtime, cost, and scrap material</a:t>
            </a:r>
            <a:endParaRPr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Clean data is rare and real sensor data is noisy</a:t>
            </a:r>
            <a:endParaRPr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Companies such as Micron, a leader in DRAM and semiconductor manufacturing, employ data scientists to develop machine learning models for tasks very similar to this project, including fault detection, anomaly detection, and predictive maintenance.</a:t>
            </a:r>
            <a:endParaRPr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</a:pPr>
            <a:endParaRPr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31" name="Picture 7" descr="Micron Technology Sign and Logo on Office Campus in Silicon Valley ...">
            <a:extLst>
              <a:ext uri="{FF2B5EF4-FFF2-40B4-BE49-F238E27FC236}">
                <a16:creationId xmlns:a16="http://schemas.microsoft.com/office/drawing/2014/main" id="{0168FC0F-FE8A-A23E-FAA9-6B3DB4C32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2577407"/>
            <a:ext cx="5150277" cy="3527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0" name="Rectangle 104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utoShape 3" descr="Image result for micron headquarters">
            <a:extLst>
              <a:ext uri="{FF2B5EF4-FFF2-40B4-BE49-F238E27FC236}">
                <a16:creationId xmlns:a16="http://schemas.microsoft.com/office/drawing/2014/main" id="{A440B4BE-1624-65D2-A4AF-9548B96E5A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5" descr="Image result for micron headquarters">
            <a:extLst>
              <a:ext uri="{FF2B5EF4-FFF2-40B4-BE49-F238E27FC236}">
                <a16:creationId xmlns:a16="http://schemas.microsoft.com/office/drawing/2014/main" id="{CB7B69E1-D585-71A4-BC9D-4C6CEBEAA4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08407" y="3428999"/>
            <a:ext cx="513735" cy="513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8D32C87-C346-4952-1463-986D2A6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7680" b="805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9CA73B-1967-EA79-CD45-D3110E51E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Project Goals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1C7307-18F7-3697-816F-1EBA9D5343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8327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65780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E6759C2-8943-7B0A-0DE3-50586B7A1E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8F5FD1-B002-ACCA-1442-E6BC8D51D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The Datasets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3C6F3D-922A-E546-9FE2-F6F5C4F19E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06861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08033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07E588-390E-1285-1C90-86E5CAF10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Machine Learning Task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3FFFC-4D14-25C8-EFFC-C30DD0E23F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Supervised binary classification</a:t>
            </a:r>
          </a:p>
          <a:p>
            <a:r>
              <a:rPr lang="en-US" sz="2200"/>
              <a:t>Predict: Machine Failure = 0 or 1</a:t>
            </a:r>
          </a:p>
          <a:p>
            <a:r>
              <a:rPr lang="en-US" sz="2200"/>
              <a:t>Inputs: temperature, torque, rotational speed, wear, engineered features</a:t>
            </a:r>
          </a:p>
          <a:p>
            <a:r>
              <a:rPr lang="en-US" sz="2200"/>
              <a:t>Models used:</a:t>
            </a:r>
          </a:p>
          <a:p>
            <a:pPr lvl="1"/>
            <a:r>
              <a:rPr lang="en-US" sz="2200"/>
              <a:t>Random Forest</a:t>
            </a:r>
          </a:p>
          <a:p>
            <a:pPr lvl="1"/>
            <a:r>
              <a:rPr lang="en-US" sz="2200"/>
              <a:t>Gradient Boosting</a:t>
            </a:r>
          </a:p>
          <a:p>
            <a:pPr lvl="1"/>
            <a:r>
              <a:rPr lang="en-US" sz="2200"/>
              <a:t>XGBoost</a:t>
            </a:r>
          </a:p>
        </p:txBody>
      </p:sp>
    </p:spTree>
    <p:extLst>
      <p:ext uri="{BB962C8B-B14F-4D97-AF65-F5344CB8AC3E}">
        <p14:creationId xmlns:p14="http://schemas.microsoft.com/office/powerpoint/2010/main" val="779991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8A75E-D8DD-4015-9C3E-CFD72762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Feature Engineering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FC502-27E2-68F8-9586-A6B3911D9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n-US" sz="2200"/>
              <a:t>Temperature difference (process – air)</a:t>
            </a:r>
          </a:p>
          <a:p>
            <a:r>
              <a:rPr lang="en-US" sz="2200"/>
              <a:t>Angular velocity </a:t>
            </a:r>
            <a:r>
              <a:rPr lang="el-GR" sz="2200"/>
              <a:t>ω = </a:t>
            </a:r>
            <a:r>
              <a:rPr lang="en-US" sz="2200"/>
              <a:t>RPM × 2</a:t>
            </a:r>
            <a:r>
              <a:rPr lang="el-GR" sz="2200"/>
              <a:t>π/60</a:t>
            </a:r>
            <a:endParaRPr lang="en-US" sz="2200"/>
          </a:p>
          <a:p>
            <a:r>
              <a:rPr lang="en-US" sz="2200"/>
              <a:t>Mechanical power (torque × </a:t>
            </a:r>
            <a:r>
              <a:rPr lang="el-GR" sz="2200"/>
              <a:t>ω)</a:t>
            </a:r>
            <a:endParaRPr lang="en-US" sz="2200"/>
          </a:p>
          <a:p>
            <a:r>
              <a:rPr lang="en-US" sz="2200"/>
              <a:t>Wear × Torque interaction</a:t>
            </a:r>
          </a:p>
          <a:p>
            <a:r>
              <a:rPr lang="en-US" sz="2200"/>
              <a:t>One-hot encoding of machine type &amp; control mode</a:t>
            </a:r>
          </a:p>
        </p:txBody>
      </p:sp>
    </p:spTree>
    <p:extLst>
      <p:ext uri="{BB962C8B-B14F-4D97-AF65-F5344CB8AC3E}">
        <p14:creationId xmlns:p14="http://schemas.microsoft.com/office/powerpoint/2010/main" val="316158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516DA-E61B-D79B-F6DD-7802E003E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Data Splitting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C8118-83FE-52FD-223F-A995D1178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b="1"/>
              <a:t>Within-dataset:</a:t>
            </a:r>
          </a:p>
          <a:p>
            <a:r>
              <a:rPr lang="en-US" sz="2200"/>
              <a:t>Train/Test = 80/20 split</a:t>
            </a:r>
          </a:p>
          <a:p>
            <a:r>
              <a:rPr lang="en-US" sz="2200"/>
              <a:t>No leakage from target variable</a:t>
            </a:r>
          </a:p>
          <a:p>
            <a:r>
              <a:rPr lang="en-US" sz="2200" b="1"/>
              <a:t>Cross-dataset:</a:t>
            </a:r>
          </a:p>
          <a:p>
            <a:r>
              <a:rPr lang="en-US" sz="2200"/>
              <a:t>Match rows by </a:t>
            </a:r>
            <a:r>
              <a:rPr lang="en-US" sz="2200" b="1"/>
              <a:t>product_id</a:t>
            </a:r>
            <a:endParaRPr lang="en-US" sz="2200"/>
          </a:p>
          <a:p>
            <a:r>
              <a:rPr lang="en-US" sz="2200"/>
              <a:t>Separate ID groups for:</a:t>
            </a:r>
          </a:p>
          <a:p>
            <a:pPr lvl="1"/>
            <a:r>
              <a:rPr lang="en-US" sz="2200"/>
              <a:t>Training</a:t>
            </a:r>
          </a:p>
          <a:p>
            <a:pPr lvl="1"/>
            <a:r>
              <a:rPr lang="en-US" sz="2200"/>
              <a:t>Fine-tuning</a:t>
            </a:r>
          </a:p>
          <a:p>
            <a:pPr lvl="1"/>
            <a:r>
              <a:rPr lang="en-US" sz="2200"/>
              <a:t>Testing</a:t>
            </a:r>
          </a:p>
          <a:p>
            <a:r>
              <a:rPr lang="en-US" sz="2200"/>
              <a:t>Guarantees </a:t>
            </a:r>
            <a:r>
              <a:rPr lang="en-US" sz="2200" b="1"/>
              <a:t>no data leakage</a:t>
            </a:r>
            <a:endParaRPr lang="en-US" sz="2200"/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717918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6E5CD-4BC6-4023-0D0D-41AD8014A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03549-2430-F825-565A-FCC50D6D8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Clean Dataset Results</a:t>
            </a:r>
          </a:p>
        </p:txBody>
      </p:sp>
      <p:pic>
        <p:nvPicPr>
          <p:cNvPr id="8" name="Content Placeholder 7" descr="A blue and white graph with numbers and labels&#10;&#10;AI-generated content may be incorrect.">
            <a:extLst>
              <a:ext uri="{FF2B5EF4-FFF2-40B4-BE49-F238E27FC236}">
                <a16:creationId xmlns:a16="http://schemas.microsoft.com/office/drawing/2014/main" id="{DF63470F-7BD0-7735-6396-4E1724F958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76890" y="1576213"/>
            <a:ext cx="3674923" cy="3202817"/>
          </a:xfrm>
          <a:prstGeom prst="rect">
            <a:avLst/>
          </a:prstGeom>
        </p:spPr>
      </p:pic>
      <p:pic>
        <p:nvPicPr>
          <p:cNvPr id="9" name="Picture 8" descr="A blue and white graph with numbers and a blue square&#10;&#10;AI-generated content may be incorrect.">
            <a:extLst>
              <a:ext uri="{FF2B5EF4-FFF2-40B4-BE49-F238E27FC236}">
                <a16:creationId xmlns:a16="http://schemas.microsoft.com/office/drawing/2014/main" id="{0586C4FF-F75A-249A-D295-4CA35C8D5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924" y="1620386"/>
            <a:ext cx="3548152" cy="3114261"/>
          </a:xfrm>
          <a:prstGeom prst="rect">
            <a:avLst/>
          </a:prstGeom>
        </p:spPr>
      </p:pic>
      <p:pic>
        <p:nvPicPr>
          <p:cNvPr id="10" name="Picture 9" descr="A blue and white graph with numbers and labels&#10;&#10;AI-generated content may be incorrect.">
            <a:extLst>
              <a:ext uri="{FF2B5EF4-FFF2-40B4-BE49-F238E27FC236}">
                <a16:creationId xmlns:a16="http://schemas.microsoft.com/office/drawing/2014/main" id="{A15029B2-6A61-D71F-EB41-6CAF1588A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744" y="1576213"/>
            <a:ext cx="3669630" cy="320260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ECC486-AFF5-D287-D77B-137760FF4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3233" y="5090595"/>
            <a:ext cx="4825533" cy="117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62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14A29-EF09-D11D-6C80-33B9ABBEF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Irregular Data Results</a:t>
            </a:r>
          </a:p>
        </p:txBody>
      </p:sp>
      <p:pic>
        <p:nvPicPr>
          <p:cNvPr id="4" name="Content Placeholder 3" descr="A blue and white graph&#10;&#10;AI-generated content may be incorrect.">
            <a:extLst>
              <a:ext uri="{FF2B5EF4-FFF2-40B4-BE49-F238E27FC236}">
                <a16:creationId xmlns:a16="http://schemas.microsoft.com/office/drawing/2014/main" id="{122226E0-BD18-5265-C3FF-11FED68E3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02415" y="1380256"/>
            <a:ext cx="3478045" cy="3104568"/>
          </a:xfrm>
          <a:prstGeom prst="rect">
            <a:avLst/>
          </a:prstGeom>
        </p:spPr>
      </p:pic>
      <p:pic>
        <p:nvPicPr>
          <p:cNvPr id="5" name="Picture 4" descr="A blue and white graph&#10;&#10;AI-generated content may be incorrect.">
            <a:extLst>
              <a:ext uri="{FF2B5EF4-FFF2-40B4-BE49-F238E27FC236}">
                <a16:creationId xmlns:a16="http://schemas.microsoft.com/office/drawing/2014/main" id="{0E7CC396-BA04-DB78-E828-EBC77409C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648" y="1473809"/>
            <a:ext cx="3476529" cy="3115595"/>
          </a:xfrm>
          <a:prstGeom prst="rect">
            <a:avLst/>
          </a:prstGeom>
        </p:spPr>
      </p:pic>
      <p:pic>
        <p:nvPicPr>
          <p:cNvPr id="3" name="Picture 2" descr="A blue and white graph with numbers and labels&#10;&#10;AI-generated content may be incorrect.">
            <a:extLst>
              <a:ext uri="{FF2B5EF4-FFF2-40B4-BE49-F238E27FC236}">
                <a16:creationId xmlns:a16="http://schemas.microsoft.com/office/drawing/2014/main" id="{FB0B3C2C-7CE7-B346-FDCA-B99A10984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1473809"/>
            <a:ext cx="3476625" cy="31146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2F6ADB-6363-E6B9-FCDA-E84D9AF0E4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940" y="4940414"/>
            <a:ext cx="5096119" cy="111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18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306E-B878-C8AE-EAB4-793DE624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Feature Importance</a:t>
            </a:r>
          </a:p>
        </p:txBody>
      </p:sp>
      <p:pic>
        <p:nvPicPr>
          <p:cNvPr id="9" name="Content Placeholder 8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21B883DF-6158-AE13-B41C-20CA16CD89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564" y="0"/>
            <a:ext cx="7710436" cy="3304473"/>
          </a:xfrm>
        </p:spPr>
      </p:pic>
      <p:pic>
        <p:nvPicPr>
          <p:cNvPr id="13" name="Picture 12" descr="A graph with different colored bars&#10;&#10;AI-generated content may be incorrect.">
            <a:extLst>
              <a:ext uri="{FF2B5EF4-FFF2-40B4-BE49-F238E27FC236}">
                <a16:creationId xmlns:a16="http://schemas.microsoft.com/office/drawing/2014/main" id="{00DB3D99-1233-BB02-F3BB-12B100F7DB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984" y="3420387"/>
            <a:ext cx="7710435" cy="330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91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8AF9D-D9A3-C4E6-38E5-6A1638BD9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/>
              <a:t>Cross-Dataset Generalization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D9D05B-DE2A-EF01-FEEA-DD44248909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2200">
                <a:ea typeface="+mn-lt"/>
                <a:cs typeface="+mn-lt"/>
              </a:rPr>
              <a:t>=== Cross-Dataset Results (All Models) ===</a:t>
            </a:r>
            <a:endParaRPr lang="en-US" sz="2200"/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                                   Experiment           ROC_AUC              Model</a:t>
            </a:r>
            <a:endParaRPr lang="en-US" sz="2200"/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0  Train Clean -&gt; Test Unclean (Paired Split)  0.937142      RandomForest</a:t>
            </a:r>
            <a:endParaRPr lang="en-US" sz="2200"/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1  Train Unclean -&gt; Test Clean (Paired Split)  0.959705      RandomForest</a:t>
            </a:r>
            <a:endParaRPr lang="en-US" sz="2200"/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2  Train Clean -&gt; Test Unclean (Paired Split)  0.923713  GradientBoosting</a:t>
            </a:r>
            <a:endParaRPr lang="en-US" sz="2200"/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3  Train Unclean -&gt; Test Clean (Paired Split)  0.977697  GradientBoosting</a:t>
            </a:r>
            <a:endParaRPr lang="en-US" sz="2200"/>
          </a:p>
          <a:p>
            <a:pPr>
              <a:buNone/>
            </a:pPr>
            <a:r>
              <a:rPr lang="en-US" sz="2200">
                <a:ea typeface="+mn-lt"/>
                <a:cs typeface="+mn-lt"/>
              </a:rPr>
              <a:t>4  Train Clean -&gt; Test Unclean (Paired Split)  0.930900           XGBoost</a:t>
            </a:r>
            <a:endParaRPr lang="en-US" sz="2200"/>
          </a:p>
          <a:p>
            <a:pPr marL="0" indent="0">
              <a:buNone/>
            </a:pPr>
            <a:r>
              <a:rPr lang="en-US" sz="2200">
                <a:ea typeface="+mn-lt"/>
                <a:cs typeface="+mn-lt"/>
              </a:rPr>
              <a:t>5  Train Unclean -&gt; Test Clean (Paired Split)  0.947463           XGBoost</a:t>
            </a: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882408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6BA9E-4BA4-A6E8-DDC6-377CF20E1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Transfer Learning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E604F-A7FA-ACBD-6242-B0CE2BAF1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/>
              <a:t>Stage 1: Pretrain on source dataset</a:t>
            </a:r>
          </a:p>
          <a:p>
            <a:r>
              <a:rPr lang="en-US" sz="2200"/>
              <a:t>Stage 2: Fine-tune on target dataset</a:t>
            </a:r>
          </a:p>
          <a:p>
            <a:r>
              <a:rPr lang="en-US" sz="2200"/>
              <a:t>Evaluate on both</a:t>
            </a:r>
          </a:p>
          <a:p>
            <a:r>
              <a:rPr lang="en-US" sz="2200"/>
              <a:t>Prevent leakage by splitting product IDs into: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pretrain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finetune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200"/>
              <a:t>test </a:t>
            </a:r>
          </a:p>
        </p:txBody>
      </p:sp>
    </p:spTree>
    <p:extLst>
      <p:ext uri="{BB962C8B-B14F-4D97-AF65-F5344CB8AC3E}">
        <p14:creationId xmlns:p14="http://schemas.microsoft.com/office/powerpoint/2010/main" val="1107236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4153D4-26A1-2927-78C4-31A6C727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Transfer Learning Results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355A294-BEBA-56F6-5AE7-3856AE67E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1570686"/>
            <a:ext cx="6408836" cy="356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67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88DDAA-F56D-7BBE-B78E-B9919610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Why Transfer Learning Matters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79822-0CE3-C50A-0D63-D5A9A6D16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Helps when real-world labeled data is limited</a:t>
            </a:r>
          </a:p>
          <a:p>
            <a:r>
              <a:rPr lang="en-US" sz="2200"/>
              <a:t>Allows synthetic to adapt to real data</a:t>
            </a:r>
          </a:p>
          <a:p>
            <a:r>
              <a:rPr lang="en-US" sz="2200"/>
              <a:t>Fine-tuning on a small real dataset improves robustness</a:t>
            </a:r>
          </a:p>
          <a:p>
            <a:r>
              <a:rPr lang="en-US" sz="2200"/>
              <a:t>Avoids starting from scratch</a:t>
            </a:r>
          </a:p>
        </p:txBody>
      </p:sp>
    </p:spTree>
    <p:extLst>
      <p:ext uri="{BB962C8B-B14F-4D97-AF65-F5344CB8AC3E}">
        <p14:creationId xmlns:p14="http://schemas.microsoft.com/office/powerpoint/2010/main" val="33297436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FF74C6-23C8-E58C-6CAB-25B558D4D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Key Takeaways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BB387-0F99-F3ED-05E4-0861C1AF6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Clean data alone is not enough. Models need exposure to realistic noise</a:t>
            </a:r>
          </a:p>
          <a:p>
            <a:r>
              <a:rPr lang="en-US" sz="2200"/>
              <a:t>Irregular dataset improves generalization</a:t>
            </a:r>
          </a:p>
          <a:p>
            <a:r>
              <a:rPr lang="en-US" sz="2200"/>
              <a:t>Transfer learning is a practical bridge between synthetic and real-world conditions</a:t>
            </a:r>
          </a:p>
          <a:p>
            <a:r>
              <a:rPr lang="en-US" sz="2200"/>
              <a:t>Synthetic datasets are useful but not a full substitute for real data</a:t>
            </a:r>
          </a:p>
        </p:txBody>
      </p:sp>
    </p:spTree>
    <p:extLst>
      <p:ext uri="{BB962C8B-B14F-4D97-AF65-F5344CB8AC3E}">
        <p14:creationId xmlns:p14="http://schemas.microsoft.com/office/powerpoint/2010/main" val="3645107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6828F3-0C28-CA8B-53C5-9CD4BB09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>
            <a:normAutofit/>
          </a:bodyPr>
          <a:lstStyle/>
          <a:p>
            <a:r>
              <a:rPr lang="en-US" sz="5400"/>
              <a:t>Future Work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onnsiteX0" fmla="*/ 0 w 4480560"/>
              <a:gd name="connsiteY0" fmla="*/ 0 h 18288"/>
              <a:gd name="connsiteX1" fmla="*/ 595274 w 4480560"/>
              <a:gd name="connsiteY1" fmla="*/ 0 h 18288"/>
              <a:gd name="connsiteX2" fmla="*/ 1100938 w 4480560"/>
              <a:gd name="connsiteY2" fmla="*/ 0 h 18288"/>
              <a:gd name="connsiteX3" fmla="*/ 1651406 w 4480560"/>
              <a:gd name="connsiteY3" fmla="*/ 0 h 18288"/>
              <a:gd name="connsiteX4" fmla="*/ 2336292 w 4480560"/>
              <a:gd name="connsiteY4" fmla="*/ 0 h 18288"/>
              <a:gd name="connsiteX5" fmla="*/ 2931566 w 4480560"/>
              <a:gd name="connsiteY5" fmla="*/ 0 h 18288"/>
              <a:gd name="connsiteX6" fmla="*/ 3482035 w 4480560"/>
              <a:gd name="connsiteY6" fmla="*/ 0 h 18288"/>
              <a:gd name="connsiteX7" fmla="*/ 4480560 w 4480560"/>
              <a:gd name="connsiteY7" fmla="*/ 0 h 18288"/>
              <a:gd name="connsiteX8" fmla="*/ 4480560 w 4480560"/>
              <a:gd name="connsiteY8" fmla="*/ 18288 h 18288"/>
              <a:gd name="connsiteX9" fmla="*/ 3840480 w 4480560"/>
              <a:gd name="connsiteY9" fmla="*/ 18288 h 18288"/>
              <a:gd name="connsiteX10" fmla="*/ 3290011 w 4480560"/>
              <a:gd name="connsiteY10" fmla="*/ 18288 h 18288"/>
              <a:gd name="connsiteX11" fmla="*/ 2560320 w 4480560"/>
              <a:gd name="connsiteY11" fmla="*/ 18288 h 18288"/>
              <a:gd name="connsiteX12" fmla="*/ 1965046 w 4480560"/>
              <a:gd name="connsiteY12" fmla="*/ 18288 h 18288"/>
              <a:gd name="connsiteX13" fmla="*/ 1459382 w 4480560"/>
              <a:gd name="connsiteY13" fmla="*/ 18288 h 18288"/>
              <a:gd name="connsiteX14" fmla="*/ 774497 w 4480560"/>
              <a:gd name="connsiteY14" fmla="*/ 18288 h 18288"/>
              <a:gd name="connsiteX15" fmla="*/ 0 w 4480560"/>
              <a:gd name="connsiteY15" fmla="*/ 18288 h 18288"/>
              <a:gd name="connsiteX16" fmla="*/ 0 w 448056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CEC0B-2C9D-A933-692A-D6754EE247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r>
              <a:rPr lang="en-US" sz="2200"/>
              <a:t>Add deep learning models (1D CNNs, LSTMs for temporal behavior)</a:t>
            </a:r>
          </a:p>
          <a:p>
            <a:r>
              <a:rPr lang="en-US" sz="2200"/>
              <a:t>Use domain adaptation techniques (CORAL, DANN, feature alignment)</a:t>
            </a:r>
          </a:p>
          <a:p>
            <a:r>
              <a:rPr lang="en-US" sz="2200"/>
              <a:t>Evaluate other noise types or sensor failures</a:t>
            </a:r>
          </a:p>
          <a:p>
            <a:r>
              <a:rPr lang="en-US" sz="2200"/>
              <a:t>Apply these concepts to real world data. </a:t>
            </a:r>
          </a:p>
        </p:txBody>
      </p:sp>
    </p:spTree>
    <p:extLst>
      <p:ext uri="{BB962C8B-B14F-4D97-AF65-F5344CB8AC3E}">
        <p14:creationId xmlns:p14="http://schemas.microsoft.com/office/powerpoint/2010/main" val="34717638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C53B9-EC17-9D7C-4357-4ECEEF86D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734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Widescreen</PresentationFormat>
  <Paragraphs>110</Paragraphs>
  <Slides>17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Courier New</vt:lpstr>
      <vt:lpstr>Wingdings</vt:lpstr>
      <vt:lpstr>Office Theme</vt:lpstr>
      <vt:lpstr>Predictive Maintenance Modeling with Clean &amp; Irregular AI4I Data</vt:lpstr>
      <vt:lpstr>Why Predictive Maintenance Matters</vt:lpstr>
      <vt:lpstr>Project Goals</vt:lpstr>
      <vt:lpstr>The Datasets</vt:lpstr>
      <vt:lpstr>Machine Learning Task</vt:lpstr>
      <vt:lpstr>Feature Engineering</vt:lpstr>
      <vt:lpstr>Data Splitting</vt:lpstr>
      <vt:lpstr>Clean Dataset Results</vt:lpstr>
      <vt:lpstr>Irregular Data Results</vt:lpstr>
      <vt:lpstr>Feature Importance</vt:lpstr>
      <vt:lpstr>Cross-Dataset Generalization</vt:lpstr>
      <vt:lpstr>Transfer Learning</vt:lpstr>
      <vt:lpstr>Transfer Learning Results</vt:lpstr>
      <vt:lpstr>Why Transfer Learning Matters</vt:lpstr>
      <vt:lpstr>Key Takeaways</vt:lpstr>
      <vt:lpstr>Future Work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Quillin, Jack</dc:creator>
  <cp:lastModifiedBy>Quillin, Jack</cp:lastModifiedBy>
  <cp:revision>1</cp:revision>
  <dcterms:created xsi:type="dcterms:W3CDTF">2025-12-09T18:50:07Z</dcterms:created>
  <dcterms:modified xsi:type="dcterms:W3CDTF">2025-12-09T20:59:45Z</dcterms:modified>
</cp:coreProperties>
</file>